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9E9F6-2349-46D0-8B0C-4F1A5A24C9B4}" type="datetimeFigureOut">
              <a:rPr lang="en-GB" smtClean="0"/>
              <a:t>20/09/2025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99B1C-AC52-416A-81B6-D2D071AE34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99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76DB7-0A9C-4CD4-AF87-E0478BD61FF5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98260-1F81-4A5A-ADF4-76A4EE00B5B4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31E3-BEFE-47C4-83BB-2A8D4A6CDA8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3DFD1-0EAB-41C6-B2A7-7F4AB9A4B825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525AB-C286-4A92-B26D-4E07F743404F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3484-308E-474E-9CDF-365F27996E96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5D72-43C9-4FCC-BBE2-9B7308BF4B05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6C729-ECE2-4D9D-9C0C-024DF2DF4C70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9382A-875C-49C1-8F5C-7F64C3FBC9BD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7F141-A9BB-46CA-95E5-4CE67CDE080C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A4841-2F04-4BE2-AFFA-50F4C16572B8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A5FAC-2DEB-4D46-A581-5A579575B946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HE23547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E62178-5DE6-44C8-AE62-8B9F37AC0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74819"/>
            <a:ext cx="3281363" cy="2858363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dirty="0">
                <a:solidFill>
                  <a:schemeClr val="bg1"/>
                </a:solidFill>
              </a:rPr>
              <a:t>Machine Learning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414180"/>
            <a:ext cx="3283344" cy="159450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SWE6204 Project Presentation</a:t>
            </a:r>
          </a:p>
          <a:p>
            <a:pPr algn="l"/>
            <a:endParaRPr lang="en-GB" dirty="0">
              <a:solidFill>
                <a:schemeClr val="bg1"/>
              </a:solidFill>
            </a:endParaRPr>
          </a:p>
          <a:p>
            <a:pPr algn="l"/>
            <a:r>
              <a:rPr lang="en-GB" dirty="0">
                <a:solidFill>
                  <a:schemeClr val="bg1"/>
                </a:solidFill>
              </a:rPr>
              <a:t>HE23547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9863D6-0FE2-4F80-9C72-1419BDEB4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4267" y="0"/>
            <a:ext cx="4919733" cy="6858000"/>
            <a:chOff x="5632356" y="0"/>
            <a:chExt cx="6559644" cy="6858000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8A8C22-8BEC-4F48-B82B-CFDD28BA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82343" y="2"/>
              <a:ext cx="6509657" cy="6857998"/>
              <a:chOff x="5682343" y="2"/>
              <a:chExt cx="6509657" cy="685799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A47FBCF-E1ED-4915-8EAD-C0BE506D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8E2B1E3-4A4F-4862-B32A-0B74233B9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8038CF-635C-47B0-AD1A-45C825434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32356" y="0"/>
              <a:ext cx="874718" cy="6857455"/>
              <a:chOff x="5632356" y="0"/>
              <a:chExt cx="874718" cy="685745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A20C87C-ECA0-4812-8A87-05BC76504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6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8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8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2ADFEB1-865E-4545-83BC-455BF39EF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8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7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7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 descr="A logo with purple and blue text&#10;&#10;AI-generated content may be incorrect.">
            <a:extLst>
              <a:ext uri="{FF2B5EF4-FFF2-40B4-BE49-F238E27FC236}">
                <a16:creationId xmlns:a16="http://schemas.microsoft.com/office/drawing/2014/main" id="{F756314C-4701-2141-A58A-73A9D45EC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605" y="2568813"/>
            <a:ext cx="3298032" cy="168134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48158-89E6-359A-66CC-5A4F8510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E7754-EABD-4A98-9227-EEDA6A77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498512"/>
            <a:ext cx="6555580" cy="1323439"/>
          </a:xfrm>
        </p:spPr>
        <p:txBody>
          <a:bodyPr anchor="t">
            <a:normAutofit/>
          </a:bodyPr>
          <a:lstStyle/>
          <a:p>
            <a:r>
              <a:rPr lang="en-GB" sz="3500"/>
              <a:t>Types of Machine Learning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3003160"/>
            <a:ext cx="6555581" cy="2454300"/>
          </a:xfrm>
        </p:spPr>
        <p:txBody>
          <a:bodyPr>
            <a:normAutofit/>
          </a:bodyPr>
          <a:lstStyle/>
          <a:p>
            <a:r>
              <a:rPr lang="en-GB" sz="2100">
                <a:solidFill>
                  <a:schemeClr val="tx1">
                    <a:alpha val="80000"/>
                  </a:schemeClr>
                </a:solidFill>
              </a:rPr>
              <a:t>- Supervised Learning: Stock Price Prediction, Social Media Content Detection</a:t>
            </a:r>
          </a:p>
          <a:p>
            <a:r>
              <a:rPr lang="en-GB" sz="2100">
                <a:solidFill>
                  <a:schemeClr val="tx1">
                    <a:alpha val="80000"/>
                  </a:schemeClr>
                </a:solidFill>
              </a:rPr>
              <a:t>- Unsupervised Learning: Patient Segmentation</a:t>
            </a:r>
          </a:p>
          <a:p>
            <a:r>
              <a:rPr lang="en-GB" sz="2100">
                <a:solidFill>
                  <a:schemeClr val="tx1">
                    <a:alpha val="80000"/>
                  </a:schemeClr>
                </a:solidFill>
              </a:rPr>
              <a:t>- Reinforcement Learning: Autonomous Drone Delivery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7841659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E4CC5-E474-25B3-CE55-9231BF00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E4224-0278-DB22-20B4-F9EE66FB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K-Means vs K-Nearest Neighbors (KNN)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K-Means: Unsupervised, clustering unlabeled data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KNN: Supervised, classification using nearest neighbors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Key Difference: Labels required in KNN but not in K-Means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2929E-1F1D-EE7B-748F-1F1204AE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3F07E-F947-C5B3-73A1-5F62D224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7908" y="741391"/>
            <a:ext cx="3368866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Loss Function in Linear Regression</a:t>
            </a:r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8EB19162-4599-3718-5ABD-63A4522B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51" r="29649" b="-1"/>
          <a:stretch>
            <a:fillRect/>
          </a:stretch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7908" y="2533476"/>
            <a:ext cx="3368865" cy="3447832"/>
          </a:xfrm>
        </p:spPr>
        <p:txBody>
          <a:bodyPr anchor="t">
            <a:normAutofit/>
          </a:bodyPr>
          <a:lstStyle/>
          <a:p>
            <a:r>
              <a:rPr lang="en-GB" sz="1700"/>
              <a:t>Loss function measures error between predictions and true values.</a:t>
            </a:r>
          </a:p>
          <a:p>
            <a:r>
              <a:rPr lang="en-GB" sz="1700"/>
              <a:t>Mean Squared Error (MSE) is commonly used:</a:t>
            </a:r>
          </a:p>
          <a:p>
            <a:r>
              <a:rPr lang="en-GB" sz="1700"/>
              <a:t>MSE = (1/n) Σ (yi - ŷi)²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DE7E6-7645-5581-804B-DF82F913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E844C-560D-933C-D970-856B324F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Overfitting in Machine Learning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Overfitting: Model learns noise instead of patterns.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Symptoms: High training accuracy, low test accuracy.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Prevention: Regularization, Cross-validation, Early Stopping.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767F4-620C-60E7-55E1-7BE010E1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406C4-110D-0AAF-D414-0510F4F88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82344"/>
            <a:ext cx="9143997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6086475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282344"/>
            <a:ext cx="9143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5" y="5490971"/>
            <a:ext cx="52215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Training vs Validation Error Curve</a:t>
            </a:r>
          </a:p>
        </p:txBody>
      </p:sp>
      <p:pic>
        <p:nvPicPr>
          <p:cNvPr id="3" name="Picture 2" descr="training_v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02" y="390832"/>
            <a:ext cx="7531859" cy="451911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FF4F5-29BF-13FB-B664-BB8F6D76A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E36E4-E590-603F-0556-F46C4969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Exploration: Housing Dataset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857952" y="1130846"/>
            <a:ext cx="37310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Histograms: House Size, Bedrooms, Price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Bar Chart: Locations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Scatter Plot: Size vs Price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34208-413A-ED78-2295-72D216E2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E0A65-50ED-2DE2-B364-FC7410AF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7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Random Forest Regression Performance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76151" y="1130846"/>
            <a:ext cx="39128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Before Tuning: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R² = 0.915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RMSE = 23,603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After GridSearchCV Tuning: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R² = 0.930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- RMSE = 21,900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458ED-6818-DB0D-900F-0E4E6448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HE23547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4F8BE-2499-DF7C-7494-2C1EB0DC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70361541E7054AAA9B61EEDE14FAA8" ma:contentTypeVersion="15" ma:contentTypeDescription="Create a new document." ma:contentTypeScope="" ma:versionID="c35e38eb56c88ac39b3baa214de61d12">
  <xsd:schema xmlns:xsd="http://www.w3.org/2001/XMLSchema" xmlns:xs="http://www.w3.org/2001/XMLSchema" xmlns:p="http://schemas.microsoft.com/office/2006/metadata/properties" xmlns:ns3="bb3eece0-a9ea-40c9-9190-6b82cb30888a" xmlns:ns4="368eff49-5db6-44ce-9ab0-1b3d457f9a3e" targetNamespace="http://schemas.microsoft.com/office/2006/metadata/properties" ma:root="true" ma:fieldsID="40f4b2755f539c0c5558778295097934" ns3:_="" ns4:_="">
    <xsd:import namespace="bb3eece0-a9ea-40c9-9190-6b82cb30888a"/>
    <xsd:import namespace="368eff49-5db6-44ce-9ab0-1b3d457f9a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ystemTag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3eece0-a9ea-40c9-9190-6b82cb3088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eff49-5db6-44ce-9ab0-1b3d457f9a3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3eece0-a9ea-40c9-9190-6b82cb30888a" xsi:nil="true"/>
  </documentManagement>
</p:properties>
</file>

<file path=customXml/itemProps1.xml><?xml version="1.0" encoding="utf-8"?>
<ds:datastoreItem xmlns:ds="http://schemas.openxmlformats.org/officeDocument/2006/customXml" ds:itemID="{FA16E094-0E65-4CEE-8446-842EE6A3E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3eece0-a9ea-40c9-9190-6b82cb30888a"/>
    <ds:schemaRef ds:uri="368eff49-5db6-44ce-9ab0-1b3d457f9a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869ED1-A024-443B-9BCE-ACEA53A90A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A33A73-AC0C-4A65-941D-0D93645975D4}">
  <ds:schemaRefs>
    <ds:schemaRef ds:uri="http://purl.org/dc/terms/"/>
    <ds:schemaRef ds:uri="http://schemas.microsoft.com/office/infopath/2007/PartnerControls"/>
    <ds:schemaRef ds:uri="bb3eece0-a9ea-40c9-9190-6b82cb30888a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368eff49-5db6-44ce-9ab0-1b3d457f9a3e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217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Machine Learning Report</vt:lpstr>
      <vt:lpstr>Types of Machine Learning and Use Cases</vt:lpstr>
      <vt:lpstr>K-Means vs K-Nearest Neighbors (KNN)</vt:lpstr>
      <vt:lpstr>Loss Function in Linear Regression</vt:lpstr>
      <vt:lpstr>Overfitting in Machine Learning</vt:lpstr>
      <vt:lpstr>Training vs Validation Error Curve</vt:lpstr>
      <vt:lpstr>Data Exploration: Housing Dataset</vt:lpstr>
      <vt:lpstr>Random Forest Regression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ARSHDEEP SINGH HE23547</cp:lastModifiedBy>
  <cp:revision>2</cp:revision>
  <dcterms:created xsi:type="dcterms:W3CDTF">2013-01-27T09:14:16Z</dcterms:created>
  <dcterms:modified xsi:type="dcterms:W3CDTF">2025-09-19T23:59:15Z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0x0101009D70361541E7054AAA9B61EEDE14FAA8</vt:lpwstr>
  </property>
</Properties>
</file>