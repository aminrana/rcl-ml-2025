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8" r:id="rId1"/>
  </p:sldMasterIdLst>
  <p:notesMasterIdLst>
    <p:notesMasterId r:id="rId15"/>
  </p:notesMasterIdLst>
  <p:handoutMasterIdLst>
    <p:handoutMasterId r:id="rId16"/>
  </p:handoutMasterIdLst>
  <p:sldIdLst>
    <p:sldId id="256" r:id="rId2"/>
    <p:sldId id="257" r:id="rId3"/>
    <p:sldId id="258" r:id="rId4"/>
    <p:sldId id="264" r:id="rId5"/>
    <p:sldId id="265" r:id="rId6"/>
    <p:sldId id="259" r:id="rId7"/>
    <p:sldId id="267" r:id="rId8"/>
    <p:sldId id="266" r:id="rId9"/>
    <p:sldId id="260" r:id="rId10"/>
    <p:sldId id="261" r:id="rId11"/>
    <p:sldId id="262" r:id="rId12"/>
    <p:sldId id="268"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146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6" Type="http://schemas.openxmlformats.org/officeDocument/2006/relationships/image" Target="../media/image21.svg"/><Relationship Id="rId1" Type="http://schemas.openxmlformats.org/officeDocument/2006/relationships/image" Target="../media/image6.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 Id="rId14" Type="http://schemas.openxmlformats.org/officeDocument/2006/relationships/image" Target="../media/image19.svg"/></Relationships>
</file>

<file path=ppt/diagrams/_rels/data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6" Type="http://schemas.openxmlformats.org/officeDocument/2006/relationships/image" Target="../media/image21.svg"/><Relationship Id="rId1" Type="http://schemas.openxmlformats.org/officeDocument/2006/relationships/image" Target="../media/image6.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 Id="rId14" Type="http://schemas.openxmlformats.org/officeDocument/2006/relationships/image" Target="../media/image19.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474283-4A9F-40F6-AAAD-6FB332C6BE7C}"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4E1D5998-3A6F-40AF-BE90-BC95845B1C13}">
      <dgm:prSet/>
      <dgm:spPr/>
      <dgm:t>
        <a:bodyPr/>
        <a:lstStyle/>
        <a:p>
          <a:r>
            <a:rPr lang="en-US" dirty="0"/>
            <a:t>Gradient Boosting: RMSE = 20,378, R² = 0.92 (Best)</a:t>
          </a:r>
        </a:p>
      </dgm:t>
    </dgm:pt>
    <dgm:pt modelId="{25BA8CBD-64CA-4F3E-9E07-9D27AD1ABFC2}" type="parTrans" cxnId="{9077C170-E321-49AA-A7EE-D814A2FD7386}">
      <dgm:prSet/>
      <dgm:spPr/>
      <dgm:t>
        <a:bodyPr/>
        <a:lstStyle/>
        <a:p>
          <a:endParaRPr lang="en-US"/>
        </a:p>
      </dgm:t>
    </dgm:pt>
    <dgm:pt modelId="{DB0FF4A7-1C55-42C9-8BBF-64D20AF66B3D}" type="sibTrans" cxnId="{9077C170-E321-49AA-A7EE-D814A2FD7386}">
      <dgm:prSet/>
      <dgm:spPr/>
      <dgm:t>
        <a:bodyPr/>
        <a:lstStyle/>
        <a:p>
          <a:endParaRPr lang="en-US"/>
        </a:p>
      </dgm:t>
    </dgm:pt>
    <dgm:pt modelId="{9B3B523C-0954-44D3-BF58-22571533CD85}">
      <dgm:prSet/>
      <dgm:spPr/>
      <dgm:t>
        <a:bodyPr/>
        <a:lstStyle/>
        <a:p>
          <a:r>
            <a:rPr lang="en-US" dirty="0"/>
            <a:t>Random Forest: RMSE = 21,432, R² = 0.90</a:t>
          </a:r>
        </a:p>
      </dgm:t>
    </dgm:pt>
    <dgm:pt modelId="{2708F222-3A39-4118-8051-7D82C2EE9DD9}" type="parTrans" cxnId="{8B19B030-DDA3-4484-B124-28B7F3F68937}">
      <dgm:prSet/>
      <dgm:spPr/>
      <dgm:t>
        <a:bodyPr/>
        <a:lstStyle/>
        <a:p>
          <a:endParaRPr lang="en-US"/>
        </a:p>
      </dgm:t>
    </dgm:pt>
    <dgm:pt modelId="{13539829-4DAC-4AD1-8F7C-8B95562A8D06}" type="sibTrans" cxnId="{8B19B030-DDA3-4484-B124-28B7F3F68937}">
      <dgm:prSet/>
      <dgm:spPr/>
      <dgm:t>
        <a:bodyPr/>
        <a:lstStyle/>
        <a:p>
          <a:endParaRPr lang="en-US"/>
        </a:p>
      </dgm:t>
    </dgm:pt>
    <dgm:pt modelId="{FE5003ED-4594-4392-BB86-B4DC2C8F10A1}">
      <dgm:prSet/>
      <dgm:spPr/>
      <dgm:t>
        <a:bodyPr/>
        <a:lstStyle/>
        <a:p>
          <a:r>
            <a:rPr lang="en-US" dirty="0"/>
            <a:t>Linear Regression: RMSE = 20,455, R² = 0.91</a:t>
          </a:r>
        </a:p>
      </dgm:t>
    </dgm:pt>
    <dgm:pt modelId="{75918494-271C-44B8-9259-5FF92D1663E9}" type="parTrans" cxnId="{F4DA034D-F4E9-44E2-95FB-CB012AEB595E}">
      <dgm:prSet/>
      <dgm:spPr/>
      <dgm:t>
        <a:bodyPr/>
        <a:lstStyle/>
        <a:p>
          <a:endParaRPr lang="en-US"/>
        </a:p>
      </dgm:t>
    </dgm:pt>
    <dgm:pt modelId="{3D0141C3-7CCC-498A-A337-5767F213B781}" type="sibTrans" cxnId="{F4DA034D-F4E9-44E2-95FB-CB012AEB595E}">
      <dgm:prSet/>
      <dgm:spPr/>
      <dgm:t>
        <a:bodyPr/>
        <a:lstStyle/>
        <a:p>
          <a:endParaRPr lang="en-US"/>
        </a:p>
      </dgm:t>
    </dgm:pt>
    <dgm:pt modelId="{1B0A380C-19A2-4F0C-B4F8-27EC5708A36A}">
      <dgm:prSet/>
      <dgm:spPr/>
      <dgm:t>
        <a:bodyPr/>
        <a:lstStyle/>
        <a:p>
          <a:r>
            <a:rPr lang="en-US" dirty="0"/>
            <a:t>Others (KNN, SVR): RMSE &gt; 50,000, R² &lt; 0.3</a:t>
          </a:r>
        </a:p>
      </dgm:t>
    </dgm:pt>
    <dgm:pt modelId="{0D5D586C-2994-4A46-B44E-DC5187B414F8}" type="parTrans" cxnId="{17C0A9EC-FFFC-47F2-9BDF-9C60332BC7F3}">
      <dgm:prSet/>
      <dgm:spPr/>
      <dgm:t>
        <a:bodyPr/>
        <a:lstStyle/>
        <a:p>
          <a:endParaRPr lang="en-US"/>
        </a:p>
      </dgm:t>
    </dgm:pt>
    <dgm:pt modelId="{FA81EF84-8392-4B0F-BE60-49E950A606F2}" type="sibTrans" cxnId="{17C0A9EC-FFFC-47F2-9BDF-9C60332BC7F3}">
      <dgm:prSet/>
      <dgm:spPr/>
      <dgm:t>
        <a:bodyPr/>
        <a:lstStyle/>
        <a:p>
          <a:endParaRPr lang="en-US"/>
        </a:p>
      </dgm:t>
    </dgm:pt>
    <dgm:pt modelId="{585D3B03-BED3-4BFE-A864-FDD490FB0B29}">
      <dgm:prSet/>
      <dgm:spPr/>
      <dgm:t>
        <a:bodyPr/>
        <a:lstStyle/>
        <a:p>
          <a:r>
            <a:rPr lang="en-US"/>
            <a:t>Best Model: Gradient Boosting Regressor</a:t>
          </a:r>
        </a:p>
      </dgm:t>
    </dgm:pt>
    <dgm:pt modelId="{05A7D5AC-FBBA-40BA-8A87-06A535887F49}" type="parTrans" cxnId="{9F12A615-5D51-4196-9490-BE5DE349CFCF}">
      <dgm:prSet/>
      <dgm:spPr/>
      <dgm:t>
        <a:bodyPr/>
        <a:lstStyle/>
        <a:p>
          <a:endParaRPr lang="en-US"/>
        </a:p>
      </dgm:t>
    </dgm:pt>
    <dgm:pt modelId="{8131BF19-E5C1-4B54-BCA0-4E3A11EBB1E0}" type="sibTrans" cxnId="{9F12A615-5D51-4196-9490-BE5DE349CFCF}">
      <dgm:prSet/>
      <dgm:spPr/>
      <dgm:t>
        <a:bodyPr/>
        <a:lstStyle/>
        <a:p>
          <a:endParaRPr lang="en-US"/>
        </a:p>
      </dgm:t>
    </dgm:pt>
    <dgm:pt modelId="{8AE4C187-4253-416A-9EC0-80765148F10E}">
      <dgm:prSet/>
      <dgm:spPr/>
      <dgm:t>
        <a:bodyPr/>
        <a:lstStyle/>
        <a:p>
          <a:r>
            <a:rPr lang="en-US" dirty="0"/>
            <a:t>Deployed via </a:t>
          </a:r>
          <a:r>
            <a:rPr lang="en-US" dirty="0" err="1"/>
            <a:t>Gradio</a:t>
          </a:r>
          <a:r>
            <a:rPr lang="en-US" dirty="0"/>
            <a:t> with input validation</a:t>
          </a:r>
        </a:p>
      </dgm:t>
    </dgm:pt>
    <dgm:pt modelId="{36662092-ADC6-4CCB-87A5-374F9C3753D9}" type="parTrans" cxnId="{FD789F1A-E0DD-4618-9088-D7CE64E82A66}">
      <dgm:prSet/>
      <dgm:spPr/>
      <dgm:t>
        <a:bodyPr/>
        <a:lstStyle/>
        <a:p>
          <a:endParaRPr lang="en-US"/>
        </a:p>
      </dgm:t>
    </dgm:pt>
    <dgm:pt modelId="{A556921B-5E68-4804-AB5F-3D76DED8DA25}" type="sibTrans" cxnId="{FD789F1A-E0DD-4618-9088-D7CE64E82A66}">
      <dgm:prSet/>
      <dgm:spPr/>
      <dgm:t>
        <a:bodyPr/>
        <a:lstStyle/>
        <a:p>
          <a:endParaRPr lang="en-US"/>
        </a:p>
      </dgm:t>
    </dgm:pt>
    <dgm:pt modelId="{1F261659-C5CF-46EF-BDEE-23B452290B01}" type="pres">
      <dgm:prSet presAssocID="{00474283-4A9F-40F6-AAAD-6FB332C6BE7C}" presName="vert0" presStyleCnt="0">
        <dgm:presLayoutVars>
          <dgm:dir/>
          <dgm:animOne val="branch"/>
          <dgm:animLvl val="lvl"/>
        </dgm:presLayoutVars>
      </dgm:prSet>
      <dgm:spPr/>
    </dgm:pt>
    <dgm:pt modelId="{50105847-14E3-4D47-AC59-F7592E711907}" type="pres">
      <dgm:prSet presAssocID="{4E1D5998-3A6F-40AF-BE90-BC95845B1C13}" presName="thickLine" presStyleLbl="alignNode1" presStyleIdx="0" presStyleCnt="6"/>
      <dgm:spPr/>
    </dgm:pt>
    <dgm:pt modelId="{121FC31D-6736-47A0-BDF5-B98971BE6A55}" type="pres">
      <dgm:prSet presAssocID="{4E1D5998-3A6F-40AF-BE90-BC95845B1C13}" presName="horz1" presStyleCnt="0"/>
      <dgm:spPr/>
    </dgm:pt>
    <dgm:pt modelId="{21B93C92-97B6-4A6A-99D2-A29B0D9D4292}" type="pres">
      <dgm:prSet presAssocID="{4E1D5998-3A6F-40AF-BE90-BC95845B1C13}" presName="tx1" presStyleLbl="revTx" presStyleIdx="0" presStyleCnt="6"/>
      <dgm:spPr/>
    </dgm:pt>
    <dgm:pt modelId="{896B4B6F-1769-4E3C-9ADF-4A8C23B7F405}" type="pres">
      <dgm:prSet presAssocID="{4E1D5998-3A6F-40AF-BE90-BC95845B1C13}" presName="vert1" presStyleCnt="0"/>
      <dgm:spPr/>
    </dgm:pt>
    <dgm:pt modelId="{D4E7CC59-3ACE-41EF-9A50-EE7F0D586DE4}" type="pres">
      <dgm:prSet presAssocID="{9B3B523C-0954-44D3-BF58-22571533CD85}" presName="thickLine" presStyleLbl="alignNode1" presStyleIdx="1" presStyleCnt="6"/>
      <dgm:spPr/>
    </dgm:pt>
    <dgm:pt modelId="{A5DDA33A-049A-44C2-B223-66159083FAAF}" type="pres">
      <dgm:prSet presAssocID="{9B3B523C-0954-44D3-BF58-22571533CD85}" presName="horz1" presStyleCnt="0"/>
      <dgm:spPr/>
    </dgm:pt>
    <dgm:pt modelId="{80C0564E-3F50-44D9-B50F-862533F20EC6}" type="pres">
      <dgm:prSet presAssocID="{9B3B523C-0954-44D3-BF58-22571533CD85}" presName="tx1" presStyleLbl="revTx" presStyleIdx="1" presStyleCnt="6"/>
      <dgm:spPr/>
    </dgm:pt>
    <dgm:pt modelId="{E4CC5050-2C80-4EF5-BE8F-407E6628C30F}" type="pres">
      <dgm:prSet presAssocID="{9B3B523C-0954-44D3-BF58-22571533CD85}" presName="vert1" presStyleCnt="0"/>
      <dgm:spPr/>
    </dgm:pt>
    <dgm:pt modelId="{8DBA2C29-7458-4572-8B62-966EB4861010}" type="pres">
      <dgm:prSet presAssocID="{FE5003ED-4594-4392-BB86-B4DC2C8F10A1}" presName="thickLine" presStyleLbl="alignNode1" presStyleIdx="2" presStyleCnt="6"/>
      <dgm:spPr/>
    </dgm:pt>
    <dgm:pt modelId="{BE150D04-E8F3-45B2-ACAD-02EFDB517F19}" type="pres">
      <dgm:prSet presAssocID="{FE5003ED-4594-4392-BB86-B4DC2C8F10A1}" presName="horz1" presStyleCnt="0"/>
      <dgm:spPr/>
    </dgm:pt>
    <dgm:pt modelId="{4E84E945-CCA7-409C-9500-832F2327503D}" type="pres">
      <dgm:prSet presAssocID="{FE5003ED-4594-4392-BB86-B4DC2C8F10A1}" presName="tx1" presStyleLbl="revTx" presStyleIdx="2" presStyleCnt="6"/>
      <dgm:spPr/>
    </dgm:pt>
    <dgm:pt modelId="{B0FB351A-902C-44BC-92A8-741B2A47D553}" type="pres">
      <dgm:prSet presAssocID="{FE5003ED-4594-4392-BB86-B4DC2C8F10A1}" presName="vert1" presStyleCnt="0"/>
      <dgm:spPr/>
    </dgm:pt>
    <dgm:pt modelId="{3E8960CC-EFCB-4B01-AAAD-7BA45F631A46}" type="pres">
      <dgm:prSet presAssocID="{1B0A380C-19A2-4F0C-B4F8-27EC5708A36A}" presName="thickLine" presStyleLbl="alignNode1" presStyleIdx="3" presStyleCnt="6"/>
      <dgm:spPr/>
    </dgm:pt>
    <dgm:pt modelId="{FD784371-D229-42F1-A0F4-1707C7D412EF}" type="pres">
      <dgm:prSet presAssocID="{1B0A380C-19A2-4F0C-B4F8-27EC5708A36A}" presName="horz1" presStyleCnt="0"/>
      <dgm:spPr/>
    </dgm:pt>
    <dgm:pt modelId="{AF011AD6-341C-40C8-B072-19DD4A0C5389}" type="pres">
      <dgm:prSet presAssocID="{1B0A380C-19A2-4F0C-B4F8-27EC5708A36A}" presName="tx1" presStyleLbl="revTx" presStyleIdx="3" presStyleCnt="6"/>
      <dgm:spPr/>
    </dgm:pt>
    <dgm:pt modelId="{034FBF96-4034-4834-B31C-D2BE02539C9C}" type="pres">
      <dgm:prSet presAssocID="{1B0A380C-19A2-4F0C-B4F8-27EC5708A36A}" presName="vert1" presStyleCnt="0"/>
      <dgm:spPr/>
    </dgm:pt>
    <dgm:pt modelId="{A12EA1D1-A0B4-4B59-991D-902500FAF749}" type="pres">
      <dgm:prSet presAssocID="{585D3B03-BED3-4BFE-A864-FDD490FB0B29}" presName="thickLine" presStyleLbl="alignNode1" presStyleIdx="4" presStyleCnt="6"/>
      <dgm:spPr/>
    </dgm:pt>
    <dgm:pt modelId="{3AD403D3-348A-4F68-9CBA-5460E46D2BBF}" type="pres">
      <dgm:prSet presAssocID="{585D3B03-BED3-4BFE-A864-FDD490FB0B29}" presName="horz1" presStyleCnt="0"/>
      <dgm:spPr/>
    </dgm:pt>
    <dgm:pt modelId="{22D22C02-E6CB-42CC-97BB-FE0105497854}" type="pres">
      <dgm:prSet presAssocID="{585D3B03-BED3-4BFE-A864-FDD490FB0B29}" presName="tx1" presStyleLbl="revTx" presStyleIdx="4" presStyleCnt="6"/>
      <dgm:spPr/>
    </dgm:pt>
    <dgm:pt modelId="{2E9938BE-E51D-4AFA-905C-A21DA5665631}" type="pres">
      <dgm:prSet presAssocID="{585D3B03-BED3-4BFE-A864-FDD490FB0B29}" presName="vert1" presStyleCnt="0"/>
      <dgm:spPr/>
    </dgm:pt>
    <dgm:pt modelId="{BED7FEFD-09AF-4806-B4E4-66CF31057EFD}" type="pres">
      <dgm:prSet presAssocID="{8AE4C187-4253-416A-9EC0-80765148F10E}" presName="thickLine" presStyleLbl="alignNode1" presStyleIdx="5" presStyleCnt="6"/>
      <dgm:spPr/>
    </dgm:pt>
    <dgm:pt modelId="{F6BCB63A-241B-4460-A4F9-A8DEA8107A29}" type="pres">
      <dgm:prSet presAssocID="{8AE4C187-4253-416A-9EC0-80765148F10E}" presName="horz1" presStyleCnt="0"/>
      <dgm:spPr/>
    </dgm:pt>
    <dgm:pt modelId="{377F837F-60B4-457C-89B4-52DB546C6648}" type="pres">
      <dgm:prSet presAssocID="{8AE4C187-4253-416A-9EC0-80765148F10E}" presName="tx1" presStyleLbl="revTx" presStyleIdx="5" presStyleCnt="6"/>
      <dgm:spPr/>
    </dgm:pt>
    <dgm:pt modelId="{C48331FF-905A-476F-920E-855FF50F9A06}" type="pres">
      <dgm:prSet presAssocID="{8AE4C187-4253-416A-9EC0-80765148F10E}" presName="vert1" presStyleCnt="0"/>
      <dgm:spPr/>
    </dgm:pt>
  </dgm:ptLst>
  <dgm:cxnLst>
    <dgm:cxn modelId="{9F12A615-5D51-4196-9490-BE5DE349CFCF}" srcId="{00474283-4A9F-40F6-AAAD-6FB332C6BE7C}" destId="{585D3B03-BED3-4BFE-A864-FDD490FB0B29}" srcOrd="4" destOrd="0" parTransId="{05A7D5AC-FBBA-40BA-8A87-06A535887F49}" sibTransId="{8131BF19-E5C1-4B54-BCA0-4E3A11EBB1E0}"/>
    <dgm:cxn modelId="{FB4F3319-DD99-4BF4-9864-98ED6915FEED}" type="presOf" srcId="{4E1D5998-3A6F-40AF-BE90-BC95845B1C13}" destId="{21B93C92-97B6-4A6A-99D2-A29B0D9D4292}" srcOrd="0" destOrd="0" presId="urn:microsoft.com/office/officeart/2008/layout/LinedList"/>
    <dgm:cxn modelId="{FD789F1A-E0DD-4618-9088-D7CE64E82A66}" srcId="{00474283-4A9F-40F6-AAAD-6FB332C6BE7C}" destId="{8AE4C187-4253-416A-9EC0-80765148F10E}" srcOrd="5" destOrd="0" parTransId="{36662092-ADC6-4CCB-87A5-374F9C3753D9}" sibTransId="{A556921B-5E68-4804-AB5F-3D76DED8DA25}"/>
    <dgm:cxn modelId="{8B19B030-DDA3-4484-B124-28B7F3F68937}" srcId="{00474283-4A9F-40F6-AAAD-6FB332C6BE7C}" destId="{9B3B523C-0954-44D3-BF58-22571533CD85}" srcOrd="1" destOrd="0" parTransId="{2708F222-3A39-4118-8051-7D82C2EE9DD9}" sibTransId="{13539829-4DAC-4AD1-8F7C-8B95562A8D06}"/>
    <dgm:cxn modelId="{D8B6CC38-76A4-48C9-8175-05010D7B2587}" type="presOf" srcId="{585D3B03-BED3-4BFE-A864-FDD490FB0B29}" destId="{22D22C02-E6CB-42CC-97BB-FE0105497854}" srcOrd="0" destOrd="0" presId="urn:microsoft.com/office/officeart/2008/layout/LinedList"/>
    <dgm:cxn modelId="{5AB03A61-5B9E-4DC6-849C-574C70EF27C9}" type="presOf" srcId="{FE5003ED-4594-4392-BB86-B4DC2C8F10A1}" destId="{4E84E945-CCA7-409C-9500-832F2327503D}" srcOrd="0" destOrd="0" presId="urn:microsoft.com/office/officeart/2008/layout/LinedList"/>
    <dgm:cxn modelId="{1939AC66-D8FF-485E-B54B-1C28FD4E8162}" type="presOf" srcId="{00474283-4A9F-40F6-AAAD-6FB332C6BE7C}" destId="{1F261659-C5CF-46EF-BDEE-23B452290B01}" srcOrd="0" destOrd="0" presId="urn:microsoft.com/office/officeart/2008/layout/LinedList"/>
    <dgm:cxn modelId="{F4DA034D-F4E9-44E2-95FB-CB012AEB595E}" srcId="{00474283-4A9F-40F6-AAAD-6FB332C6BE7C}" destId="{FE5003ED-4594-4392-BB86-B4DC2C8F10A1}" srcOrd="2" destOrd="0" parTransId="{75918494-271C-44B8-9259-5FF92D1663E9}" sibTransId="{3D0141C3-7CCC-498A-A337-5767F213B781}"/>
    <dgm:cxn modelId="{9077C170-E321-49AA-A7EE-D814A2FD7386}" srcId="{00474283-4A9F-40F6-AAAD-6FB332C6BE7C}" destId="{4E1D5998-3A6F-40AF-BE90-BC95845B1C13}" srcOrd="0" destOrd="0" parTransId="{25BA8CBD-64CA-4F3E-9E07-9D27AD1ABFC2}" sibTransId="{DB0FF4A7-1C55-42C9-8BBF-64D20AF66B3D}"/>
    <dgm:cxn modelId="{C616A153-3BA2-45D2-8F25-287D6EC0DF56}" type="presOf" srcId="{1B0A380C-19A2-4F0C-B4F8-27EC5708A36A}" destId="{AF011AD6-341C-40C8-B072-19DD4A0C5389}" srcOrd="0" destOrd="0" presId="urn:microsoft.com/office/officeart/2008/layout/LinedList"/>
    <dgm:cxn modelId="{DFE4E8C0-94FA-4058-9135-E092E0252FCC}" type="presOf" srcId="{9B3B523C-0954-44D3-BF58-22571533CD85}" destId="{80C0564E-3F50-44D9-B50F-862533F20EC6}" srcOrd="0" destOrd="0" presId="urn:microsoft.com/office/officeart/2008/layout/LinedList"/>
    <dgm:cxn modelId="{17C0A9EC-FFFC-47F2-9BDF-9C60332BC7F3}" srcId="{00474283-4A9F-40F6-AAAD-6FB332C6BE7C}" destId="{1B0A380C-19A2-4F0C-B4F8-27EC5708A36A}" srcOrd="3" destOrd="0" parTransId="{0D5D586C-2994-4A46-B44E-DC5187B414F8}" sibTransId="{FA81EF84-8392-4B0F-BE60-49E950A606F2}"/>
    <dgm:cxn modelId="{C27485F6-8626-4B17-ABEF-E59C3E747595}" type="presOf" srcId="{8AE4C187-4253-416A-9EC0-80765148F10E}" destId="{377F837F-60B4-457C-89B4-52DB546C6648}" srcOrd="0" destOrd="0" presId="urn:microsoft.com/office/officeart/2008/layout/LinedList"/>
    <dgm:cxn modelId="{91EA3600-3822-46D2-B483-2B7957D143F9}" type="presParOf" srcId="{1F261659-C5CF-46EF-BDEE-23B452290B01}" destId="{50105847-14E3-4D47-AC59-F7592E711907}" srcOrd="0" destOrd="0" presId="urn:microsoft.com/office/officeart/2008/layout/LinedList"/>
    <dgm:cxn modelId="{36A4D4FC-443E-4F01-A49B-2431829A2D17}" type="presParOf" srcId="{1F261659-C5CF-46EF-BDEE-23B452290B01}" destId="{121FC31D-6736-47A0-BDF5-B98971BE6A55}" srcOrd="1" destOrd="0" presId="urn:microsoft.com/office/officeart/2008/layout/LinedList"/>
    <dgm:cxn modelId="{E0936885-40E1-4E55-9FF3-6381ADA6CCE2}" type="presParOf" srcId="{121FC31D-6736-47A0-BDF5-B98971BE6A55}" destId="{21B93C92-97B6-4A6A-99D2-A29B0D9D4292}" srcOrd="0" destOrd="0" presId="urn:microsoft.com/office/officeart/2008/layout/LinedList"/>
    <dgm:cxn modelId="{07930460-66D3-4783-A03D-891070D1A61D}" type="presParOf" srcId="{121FC31D-6736-47A0-BDF5-B98971BE6A55}" destId="{896B4B6F-1769-4E3C-9ADF-4A8C23B7F405}" srcOrd="1" destOrd="0" presId="urn:microsoft.com/office/officeart/2008/layout/LinedList"/>
    <dgm:cxn modelId="{304D02A6-8E38-4DFE-81D7-14A950C5BA39}" type="presParOf" srcId="{1F261659-C5CF-46EF-BDEE-23B452290B01}" destId="{D4E7CC59-3ACE-41EF-9A50-EE7F0D586DE4}" srcOrd="2" destOrd="0" presId="urn:microsoft.com/office/officeart/2008/layout/LinedList"/>
    <dgm:cxn modelId="{440CA608-D0BF-43EA-AF4E-E884935B41B1}" type="presParOf" srcId="{1F261659-C5CF-46EF-BDEE-23B452290B01}" destId="{A5DDA33A-049A-44C2-B223-66159083FAAF}" srcOrd="3" destOrd="0" presId="urn:microsoft.com/office/officeart/2008/layout/LinedList"/>
    <dgm:cxn modelId="{723AD899-1DD3-4F89-96D4-361B7C1A2365}" type="presParOf" srcId="{A5DDA33A-049A-44C2-B223-66159083FAAF}" destId="{80C0564E-3F50-44D9-B50F-862533F20EC6}" srcOrd="0" destOrd="0" presId="urn:microsoft.com/office/officeart/2008/layout/LinedList"/>
    <dgm:cxn modelId="{143DE8B0-DD91-48B7-BBA5-F62B4908E370}" type="presParOf" srcId="{A5DDA33A-049A-44C2-B223-66159083FAAF}" destId="{E4CC5050-2C80-4EF5-BE8F-407E6628C30F}" srcOrd="1" destOrd="0" presId="urn:microsoft.com/office/officeart/2008/layout/LinedList"/>
    <dgm:cxn modelId="{9EB66C6B-0CC4-4DE5-B317-7B364B5EBD8E}" type="presParOf" srcId="{1F261659-C5CF-46EF-BDEE-23B452290B01}" destId="{8DBA2C29-7458-4572-8B62-966EB4861010}" srcOrd="4" destOrd="0" presId="urn:microsoft.com/office/officeart/2008/layout/LinedList"/>
    <dgm:cxn modelId="{00E7F8EE-A4B0-4907-8487-9A8439BAD936}" type="presParOf" srcId="{1F261659-C5CF-46EF-BDEE-23B452290B01}" destId="{BE150D04-E8F3-45B2-ACAD-02EFDB517F19}" srcOrd="5" destOrd="0" presId="urn:microsoft.com/office/officeart/2008/layout/LinedList"/>
    <dgm:cxn modelId="{FB66ECB1-F305-40BF-BADD-D2EE4EFD1E8B}" type="presParOf" srcId="{BE150D04-E8F3-45B2-ACAD-02EFDB517F19}" destId="{4E84E945-CCA7-409C-9500-832F2327503D}" srcOrd="0" destOrd="0" presId="urn:microsoft.com/office/officeart/2008/layout/LinedList"/>
    <dgm:cxn modelId="{444A2D33-C491-4441-BED3-CDC3D06F6870}" type="presParOf" srcId="{BE150D04-E8F3-45B2-ACAD-02EFDB517F19}" destId="{B0FB351A-902C-44BC-92A8-741B2A47D553}" srcOrd="1" destOrd="0" presId="urn:microsoft.com/office/officeart/2008/layout/LinedList"/>
    <dgm:cxn modelId="{2519B741-2DF2-4E4F-873F-F8EB327BCE8B}" type="presParOf" srcId="{1F261659-C5CF-46EF-BDEE-23B452290B01}" destId="{3E8960CC-EFCB-4B01-AAAD-7BA45F631A46}" srcOrd="6" destOrd="0" presId="urn:microsoft.com/office/officeart/2008/layout/LinedList"/>
    <dgm:cxn modelId="{747E998F-F42D-4D93-964B-D0C89C4891C3}" type="presParOf" srcId="{1F261659-C5CF-46EF-BDEE-23B452290B01}" destId="{FD784371-D229-42F1-A0F4-1707C7D412EF}" srcOrd="7" destOrd="0" presId="urn:microsoft.com/office/officeart/2008/layout/LinedList"/>
    <dgm:cxn modelId="{B2792AA1-5DC5-4068-AFFC-F987C1180B72}" type="presParOf" srcId="{FD784371-D229-42F1-A0F4-1707C7D412EF}" destId="{AF011AD6-341C-40C8-B072-19DD4A0C5389}" srcOrd="0" destOrd="0" presId="urn:microsoft.com/office/officeart/2008/layout/LinedList"/>
    <dgm:cxn modelId="{28C8EC2F-3332-4455-95A5-F4C7CBC37847}" type="presParOf" srcId="{FD784371-D229-42F1-A0F4-1707C7D412EF}" destId="{034FBF96-4034-4834-B31C-D2BE02539C9C}" srcOrd="1" destOrd="0" presId="urn:microsoft.com/office/officeart/2008/layout/LinedList"/>
    <dgm:cxn modelId="{A91421D3-65C5-4056-8F49-942EC6EBA203}" type="presParOf" srcId="{1F261659-C5CF-46EF-BDEE-23B452290B01}" destId="{A12EA1D1-A0B4-4B59-991D-902500FAF749}" srcOrd="8" destOrd="0" presId="urn:microsoft.com/office/officeart/2008/layout/LinedList"/>
    <dgm:cxn modelId="{7B082A4C-F268-46E9-89E6-31AFB411111C}" type="presParOf" srcId="{1F261659-C5CF-46EF-BDEE-23B452290B01}" destId="{3AD403D3-348A-4F68-9CBA-5460E46D2BBF}" srcOrd="9" destOrd="0" presId="urn:microsoft.com/office/officeart/2008/layout/LinedList"/>
    <dgm:cxn modelId="{FC4AEDB5-7DD8-465E-AC4D-4629B428CD0C}" type="presParOf" srcId="{3AD403D3-348A-4F68-9CBA-5460E46D2BBF}" destId="{22D22C02-E6CB-42CC-97BB-FE0105497854}" srcOrd="0" destOrd="0" presId="urn:microsoft.com/office/officeart/2008/layout/LinedList"/>
    <dgm:cxn modelId="{89A1B81E-5815-43F1-8A1F-CA886E0857EF}" type="presParOf" srcId="{3AD403D3-348A-4F68-9CBA-5460E46D2BBF}" destId="{2E9938BE-E51D-4AFA-905C-A21DA5665631}" srcOrd="1" destOrd="0" presId="urn:microsoft.com/office/officeart/2008/layout/LinedList"/>
    <dgm:cxn modelId="{692FBB85-02E3-46CA-BCCB-22E9748C43F6}" type="presParOf" srcId="{1F261659-C5CF-46EF-BDEE-23B452290B01}" destId="{BED7FEFD-09AF-4806-B4E4-66CF31057EFD}" srcOrd="10" destOrd="0" presId="urn:microsoft.com/office/officeart/2008/layout/LinedList"/>
    <dgm:cxn modelId="{7C201E25-12F2-4F40-9A8A-B8A9F39432EC}" type="presParOf" srcId="{1F261659-C5CF-46EF-BDEE-23B452290B01}" destId="{F6BCB63A-241B-4460-A4F9-A8DEA8107A29}" srcOrd="11" destOrd="0" presId="urn:microsoft.com/office/officeart/2008/layout/LinedList"/>
    <dgm:cxn modelId="{A45743F1-D91B-4282-8A14-E26DE590B864}" type="presParOf" srcId="{F6BCB63A-241B-4460-A4F9-A8DEA8107A29}" destId="{377F837F-60B4-457C-89B4-52DB546C6648}" srcOrd="0" destOrd="0" presId="urn:microsoft.com/office/officeart/2008/layout/LinedList"/>
    <dgm:cxn modelId="{CBC9883D-E5F7-46E4-8757-3EDC9FD43FC5}" type="presParOf" srcId="{F6BCB63A-241B-4460-A4F9-A8DEA8107A29}" destId="{C48331FF-905A-476F-920E-855FF50F9A0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848C0C-A0CB-4CCF-97D3-09EE119E365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7B3D4F1-3C4A-47D7-8492-22E053D442EA}">
      <dgm:prSet/>
      <dgm:spPr/>
      <dgm:t>
        <a:bodyPr/>
        <a:lstStyle/>
        <a:p>
          <a:r>
            <a:rPr lang="en-GB"/>
            <a:t>Ridge Regression:</a:t>
          </a:r>
          <a:endParaRPr lang="en-US"/>
        </a:p>
      </dgm:t>
    </dgm:pt>
    <dgm:pt modelId="{2F0974B0-0275-4D49-8A8D-71F2D2CAD51E}" type="parTrans" cxnId="{6DB9688C-91D2-431C-8FDB-327CB70E1457}">
      <dgm:prSet/>
      <dgm:spPr/>
      <dgm:t>
        <a:bodyPr/>
        <a:lstStyle/>
        <a:p>
          <a:endParaRPr lang="en-US"/>
        </a:p>
      </dgm:t>
    </dgm:pt>
    <dgm:pt modelId="{020FB385-5AC6-41E6-9267-1F39455ABC24}" type="sibTrans" cxnId="{6DB9688C-91D2-431C-8FDB-327CB70E1457}">
      <dgm:prSet/>
      <dgm:spPr/>
      <dgm:t>
        <a:bodyPr/>
        <a:lstStyle/>
        <a:p>
          <a:endParaRPr lang="en-US"/>
        </a:p>
      </dgm:t>
    </dgm:pt>
    <dgm:pt modelId="{43903579-A1FE-452E-B379-8E001FA12B5D}">
      <dgm:prSet/>
      <dgm:spPr/>
      <dgm:t>
        <a:bodyPr/>
        <a:lstStyle/>
        <a:p>
          <a:r>
            <a:rPr lang="en-GB" dirty="0"/>
            <a:t>• Adds L2 penalty to reduce overfitting.</a:t>
          </a:r>
          <a:endParaRPr lang="en-US" dirty="0"/>
        </a:p>
      </dgm:t>
    </dgm:pt>
    <dgm:pt modelId="{845D9F94-9369-483C-A2FC-B9332E3680B5}" type="parTrans" cxnId="{EA2D5141-57E7-4571-B721-9D6E52A2CBCF}">
      <dgm:prSet/>
      <dgm:spPr/>
      <dgm:t>
        <a:bodyPr/>
        <a:lstStyle/>
        <a:p>
          <a:endParaRPr lang="en-US"/>
        </a:p>
      </dgm:t>
    </dgm:pt>
    <dgm:pt modelId="{873FD905-2DBB-44E0-89E9-B4F1CC19C3BE}" type="sibTrans" cxnId="{EA2D5141-57E7-4571-B721-9D6E52A2CBCF}">
      <dgm:prSet/>
      <dgm:spPr/>
      <dgm:t>
        <a:bodyPr/>
        <a:lstStyle/>
        <a:p>
          <a:endParaRPr lang="en-US"/>
        </a:p>
      </dgm:t>
    </dgm:pt>
    <dgm:pt modelId="{3A3320C6-33FF-4F87-B610-E5B1B83D68B2}">
      <dgm:prSet/>
      <dgm:spPr/>
      <dgm:t>
        <a:bodyPr/>
        <a:lstStyle/>
        <a:p>
          <a:r>
            <a:rPr lang="en-GB"/>
            <a:t>• Tuned with alpha parameter to control regularization.</a:t>
          </a:r>
          <a:endParaRPr lang="en-US"/>
        </a:p>
      </dgm:t>
    </dgm:pt>
    <dgm:pt modelId="{03DEDAAA-E6D9-4403-B477-83B7C13EC280}" type="parTrans" cxnId="{D634A2E6-5865-4ADD-9318-2A86C72CE123}">
      <dgm:prSet/>
      <dgm:spPr/>
      <dgm:t>
        <a:bodyPr/>
        <a:lstStyle/>
        <a:p>
          <a:endParaRPr lang="en-US"/>
        </a:p>
      </dgm:t>
    </dgm:pt>
    <dgm:pt modelId="{699AEEB3-809A-47E4-A2BA-7514D75529C5}" type="sibTrans" cxnId="{D634A2E6-5865-4ADD-9318-2A86C72CE123}">
      <dgm:prSet/>
      <dgm:spPr/>
      <dgm:t>
        <a:bodyPr/>
        <a:lstStyle/>
        <a:p>
          <a:endParaRPr lang="en-US"/>
        </a:p>
      </dgm:t>
    </dgm:pt>
    <dgm:pt modelId="{54DE5361-6330-4444-BE67-57E106D6F20E}">
      <dgm:prSet/>
      <dgm:spPr/>
      <dgm:t>
        <a:bodyPr/>
        <a:lstStyle/>
        <a:p>
          <a:r>
            <a:rPr lang="en-GB"/>
            <a:t>• Performs better when multicollinearity exists.</a:t>
          </a:r>
          <a:endParaRPr lang="en-US"/>
        </a:p>
      </dgm:t>
    </dgm:pt>
    <dgm:pt modelId="{70047F86-6562-47B1-A9E6-D29AEC7D2EA6}" type="parTrans" cxnId="{52B198BA-104F-4A1F-8874-457E2BA52FBE}">
      <dgm:prSet/>
      <dgm:spPr/>
      <dgm:t>
        <a:bodyPr/>
        <a:lstStyle/>
        <a:p>
          <a:endParaRPr lang="en-US"/>
        </a:p>
      </dgm:t>
    </dgm:pt>
    <dgm:pt modelId="{FAE4CA7C-7E70-4476-BD5A-F8F5CBDE3F0D}" type="sibTrans" cxnId="{52B198BA-104F-4A1F-8874-457E2BA52FBE}">
      <dgm:prSet/>
      <dgm:spPr/>
      <dgm:t>
        <a:bodyPr/>
        <a:lstStyle/>
        <a:p>
          <a:endParaRPr lang="en-US"/>
        </a:p>
      </dgm:t>
    </dgm:pt>
    <dgm:pt modelId="{2569948F-F657-46C5-B21D-C3B2E0E934AA}">
      <dgm:prSet/>
      <dgm:spPr/>
      <dgm:t>
        <a:bodyPr/>
        <a:lstStyle/>
        <a:p>
          <a:r>
            <a:rPr lang="en-GB"/>
            <a:t>XGBoost:</a:t>
          </a:r>
          <a:endParaRPr lang="en-US"/>
        </a:p>
      </dgm:t>
    </dgm:pt>
    <dgm:pt modelId="{04845CFE-77ED-4585-BC7B-369E72AD8A6A}" type="parTrans" cxnId="{AB267A2D-CBC4-41F2-924C-B3309299FA48}">
      <dgm:prSet/>
      <dgm:spPr/>
      <dgm:t>
        <a:bodyPr/>
        <a:lstStyle/>
        <a:p>
          <a:endParaRPr lang="en-US"/>
        </a:p>
      </dgm:t>
    </dgm:pt>
    <dgm:pt modelId="{E3DF65E8-6F71-4B98-A2CF-6FE5E78C97CC}" type="sibTrans" cxnId="{AB267A2D-CBC4-41F2-924C-B3309299FA48}">
      <dgm:prSet/>
      <dgm:spPr/>
      <dgm:t>
        <a:bodyPr/>
        <a:lstStyle/>
        <a:p>
          <a:endParaRPr lang="en-US"/>
        </a:p>
      </dgm:t>
    </dgm:pt>
    <dgm:pt modelId="{32B49F93-8E51-4CA4-AD8B-B201914A19AE}">
      <dgm:prSet/>
      <dgm:spPr/>
      <dgm:t>
        <a:bodyPr/>
        <a:lstStyle/>
        <a:p>
          <a:r>
            <a:rPr lang="en-GB"/>
            <a:t>• Gradient boosting algorithm optimized for speed &amp; accuracy.</a:t>
          </a:r>
          <a:endParaRPr lang="en-US"/>
        </a:p>
      </dgm:t>
    </dgm:pt>
    <dgm:pt modelId="{0D59BFFE-C5F4-43E8-964C-A2DD14B84469}" type="parTrans" cxnId="{512B93F0-4899-4395-8740-4CDEB03FEBC1}">
      <dgm:prSet/>
      <dgm:spPr/>
      <dgm:t>
        <a:bodyPr/>
        <a:lstStyle/>
        <a:p>
          <a:endParaRPr lang="en-US"/>
        </a:p>
      </dgm:t>
    </dgm:pt>
    <dgm:pt modelId="{4A45B32B-613D-4BAE-B4D6-73AE207815A5}" type="sibTrans" cxnId="{512B93F0-4899-4395-8740-4CDEB03FEBC1}">
      <dgm:prSet/>
      <dgm:spPr/>
      <dgm:t>
        <a:bodyPr/>
        <a:lstStyle/>
        <a:p>
          <a:endParaRPr lang="en-US"/>
        </a:p>
      </dgm:t>
    </dgm:pt>
    <dgm:pt modelId="{DB6228DE-913F-4A96-B614-C258D6C1AE70}">
      <dgm:prSet/>
      <dgm:spPr/>
      <dgm:t>
        <a:bodyPr/>
        <a:lstStyle/>
        <a:p>
          <a:r>
            <a:rPr lang="en-GB"/>
            <a:t>• Handles missing data well, prevents overfitting via regularization.</a:t>
          </a:r>
          <a:endParaRPr lang="en-US"/>
        </a:p>
      </dgm:t>
    </dgm:pt>
    <dgm:pt modelId="{8382217D-0242-46C1-A59A-CB2C150BA6A1}" type="parTrans" cxnId="{CA615F14-5E36-4E0B-89FB-B48D50EB84EF}">
      <dgm:prSet/>
      <dgm:spPr/>
      <dgm:t>
        <a:bodyPr/>
        <a:lstStyle/>
        <a:p>
          <a:endParaRPr lang="en-US"/>
        </a:p>
      </dgm:t>
    </dgm:pt>
    <dgm:pt modelId="{9E9008F2-12C0-457D-984D-D1F1F83F12BE}" type="sibTrans" cxnId="{CA615F14-5E36-4E0B-89FB-B48D50EB84EF}">
      <dgm:prSet/>
      <dgm:spPr/>
      <dgm:t>
        <a:bodyPr/>
        <a:lstStyle/>
        <a:p>
          <a:endParaRPr lang="en-US"/>
        </a:p>
      </dgm:t>
    </dgm:pt>
    <dgm:pt modelId="{F664C3F5-A645-43F6-8806-64CEBBFC14E0}">
      <dgm:prSet/>
      <dgm:spPr/>
      <dgm:t>
        <a:bodyPr/>
        <a:lstStyle/>
        <a:p>
          <a:r>
            <a:rPr lang="en-GB"/>
            <a:t>• Strong for structured/tabular datasets like housing prices.</a:t>
          </a:r>
          <a:endParaRPr lang="en-US"/>
        </a:p>
      </dgm:t>
    </dgm:pt>
    <dgm:pt modelId="{399FBC54-A290-4F10-BAA3-26FBA9BB8289}" type="parTrans" cxnId="{04BC1F90-5DC2-493D-AA74-073B804BBA0F}">
      <dgm:prSet/>
      <dgm:spPr/>
      <dgm:t>
        <a:bodyPr/>
        <a:lstStyle/>
        <a:p>
          <a:endParaRPr lang="en-US"/>
        </a:p>
      </dgm:t>
    </dgm:pt>
    <dgm:pt modelId="{6BFC6341-EC48-4ACC-8F28-140C643AA109}" type="sibTrans" cxnId="{04BC1F90-5DC2-493D-AA74-073B804BBA0F}">
      <dgm:prSet/>
      <dgm:spPr/>
      <dgm:t>
        <a:bodyPr/>
        <a:lstStyle/>
        <a:p>
          <a:endParaRPr lang="en-US"/>
        </a:p>
      </dgm:t>
    </dgm:pt>
    <dgm:pt modelId="{A776C9CB-707B-4F61-8050-55C5052DAFA8}" type="pres">
      <dgm:prSet presAssocID="{9D848C0C-A0CB-4CCF-97D3-09EE119E3659}" presName="root" presStyleCnt="0">
        <dgm:presLayoutVars>
          <dgm:dir/>
          <dgm:resizeHandles val="exact"/>
        </dgm:presLayoutVars>
      </dgm:prSet>
      <dgm:spPr/>
    </dgm:pt>
    <dgm:pt modelId="{DD40FF83-AD81-4D99-B95F-B86EFE7141D6}" type="pres">
      <dgm:prSet presAssocID="{57B3D4F1-3C4A-47D7-8492-22E053D442EA}" presName="compNode" presStyleCnt="0"/>
      <dgm:spPr/>
    </dgm:pt>
    <dgm:pt modelId="{7BA054A8-41CD-46C1-B8F9-55528AB675B7}" type="pres">
      <dgm:prSet presAssocID="{57B3D4F1-3C4A-47D7-8492-22E053D442EA}" presName="bgRect" presStyleLbl="bgShp" presStyleIdx="0" presStyleCnt="8"/>
      <dgm:spPr/>
    </dgm:pt>
    <dgm:pt modelId="{B97494FE-5011-4053-A03F-75CDDE4263EE}" type="pres">
      <dgm:prSet presAssocID="{57B3D4F1-3C4A-47D7-8492-22E053D442EA}"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untains"/>
        </a:ext>
      </dgm:extLst>
    </dgm:pt>
    <dgm:pt modelId="{71D1CEE5-C698-43DB-9236-1621D548AD87}" type="pres">
      <dgm:prSet presAssocID="{57B3D4F1-3C4A-47D7-8492-22E053D442EA}" presName="spaceRect" presStyleCnt="0"/>
      <dgm:spPr/>
    </dgm:pt>
    <dgm:pt modelId="{999727BB-6505-4712-BEDC-E8A7F92C18D2}" type="pres">
      <dgm:prSet presAssocID="{57B3D4F1-3C4A-47D7-8492-22E053D442EA}" presName="parTx" presStyleLbl="revTx" presStyleIdx="0" presStyleCnt="8">
        <dgm:presLayoutVars>
          <dgm:chMax val="0"/>
          <dgm:chPref val="0"/>
        </dgm:presLayoutVars>
      </dgm:prSet>
      <dgm:spPr/>
    </dgm:pt>
    <dgm:pt modelId="{1C258E21-4C08-4B5D-870C-0941615C9C51}" type="pres">
      <dgm:prSet presAssocID="{020FB385-5AC6-41E6-9267-1F39455ABC24}" presName="sibTrans" presStyleCnt="0"/>
      <dgm:spPr/>
    </dgm:pt>
    <dgm:pt modelId="{4648EED7-B7E9-4C1F-A680-71445D841232}" type="pres">
      <dgm:prSet presAssocID="{43903579-A1FE-452E-B379-8E001FA12B5D}" presName="compNode" presStyleCnt="0"/>
      <dgm:spPr/>
    </dgm:pt>
    <dgm:pt modelId="{2EE49FAF-2294-4327-AA6B-881022B53C26}" type="pres">
      <dgm:prSet presAssocID="{43903579-A1FE-452E-B379-8E001FA12B5D}" presName="bgRect" presStyleLbl="bgShp" presStyleIdx="1" presStyleCnt="8"/>
      <dgm:spPr/>
    </dgm:pt>
    <dgm:pt modelId="{317BBB7C-A9B1-4BF1-9346-ED72E261EF3F}" type="pres">
      <dgm:prSet presAssocID="{43903579-A1FE-452E-B379-8E001FA12B5D}"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lectric Car"/>
        </a:ext>
      </dgm:extLst>
    </dgm:pt>
    <dgm:pt modelId="{FF839BEC-35C7-4DF7-A43A-35D8A520F09E}" type="pres">
      <dgm:prSet presAssocID="{43903579-A1FE-452E-B379-8E001FA12B5D}" presName="spaceRect" presStyleCnt="0"/>
      <dgm:spPr/>
    </dgm:pt>
    <dgm:pt modelId="{8F660473-C746-4036-AAC6-200A7F65021B}" type="pres">
      <dgm:prSet presAssocID="{43903579-A1FE-452E-B379-8E001FA12B5D}" presName="parTx" presStyleLbl="revTx" presStyleIdx="1" presStyleCnt="8">
        <dgm:presLayoutVars>
          <dgm:chMax val="0"/>
          <dgm:chPref val="0"/>
        </dgm:presLayoutVars>
      </dgm:prSet>
      <dgm:spPr/>
    </dgm:pt>
    <dgm:pt modelId="{DCF9AC3A-187C-4C8C-B34F-F398F3916348}" type="pres">
      <dgm:prSet presAssocID="{873FD905-2DBB-44E0-89E9-B4F1CC19C3BE}" presName="sibTrans" presStyleCnt="0"/>
      <dgm:spPr/>
    </dgm:pt>
    <dgm:pt modelId="{4B59FAC3-8160-4C07-9AE5-DE1C905D21F8}" type="pres">
      <dgm:prSet presAssocID="{3A3320C6-33FF-4F87-B610-E5B1B83D68B2}" presName="compNode" presStyleCnt="0"/>
      <dgm:spPr/>
    </dgm:pt>
    <dgm:pt modelId="{91C0BDC8-29E3-4558-A072-B03549C879D2}" type="pres">
      <dgm:prSet presAssocID="{3A3320C6-33FF-4F87-B610-E5B1B83D68B2}" presName="bgRect" presStyleLbl="bgShp" presStyleIdx="2" presStyleCnt="8"/>
      <dgm:spPr/>
    </dgm:pt>
    <dgm:pt modelId="{146711A5-9E4F-4B3F-93E0-CBBBA04886DB}" type="pres">
      <dgm:prSet presAssocID="{3A3320C6-33FF-4F87-B610-E5B1B83D68B2}"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NA"/>
        </a:ext>
      </dgm:extLst>
    </dgm:pt>
    <dgm:pt modelId="{1D937447-A106-4687-B58A-2CE842CF8FCE}" type="pres">
      <dgm:prSet presAssocID="{3A3320C6-33FF-4F87-B610-E5B1B83D68B2}" presName="spaceRect" presStyleCnt="0"/>
      <dgm:spPr/>
    </dgm:pt>
    <dgm:pt modelId="{A44F40EF-F5D6-47BD-9384-3D30361AC1EB}" type="pres">
      <dgm:prSet presAssocID="{3A3320C6-33FF-4F87-B610-E5B1B83D68B2}" presName="parTx" presStyleLbl="revTx" presStyleIdx="2" presStyleCnt="8">
        <dgm:presLayoutVars>
          <dgm:chMax val="0"/>
          <dgm:chPref val="0"/>
        </dgm:presLayoutVars>
      </dgm:prSet>
      <dgm:spPr/>
    </dgm:pt>
    <dgm:pt modelId="{95140D15-2870-499E-9691-30B69D663B50}" type="pres">
      <dgm:prSet presAssocID="{699AEEB3-809A-47E4-A2BA-7514D75529C5}" presName="sibTrans" presStyleCnt="0"/>
      <dgm:spPr/>
    </dgm:pt>
    <dgm:pt modelId="{7DB7BBAE-F8A6-4BE2-B96F-5DFB1643AE5F}" type="pres">
      <dgm:prSet presAssocID="{54DE5361-6330-4444-BE67-57E106D6F20E}" presName="compNode" presStyleCnt="0"/>
      <dgm:spPr/>
    </dgm:pt>
    <dgm:pt modelId="{ACDA527D-CEE7-43C3-8C37-5657B936B08E}" type="pres">
      <dgm:prSet presAssocID="{54DE5361-6330-4444-BE67-57E106D6F20E}" presName="bgRect" presStyleLbl="bgShp" presStyleIdx="3" presStyleCnt="8"/>
      <dgm:spPr/>
    </dgm:pt>
    <dgm:pt modelId="{26AB1F1A-5096-4991-A1BF-596DAE94B162}" type="pres">
      <dgm:prSet presAssocID="{54DE5361-6330-4444-BE67-57E106D6F20E}"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w Temperature"/>
        </a:ext>
      </dgm:extLst>
    </dgm:pt>
    <dgm:pt modelId="{714AA6E5-9668-483E-932B-33B7418EFA36}" type="pres">
      <dgm:prSet presAssocID="{54DE5361-6330-4444-BE67-57E106D6F20E}" presName="spaceRect" presStyleCnt="0"/>
      <dgm:spPr/>
    </dgm:pt>
    <dgm:pt modelId="{870B97AB-09BC-431F-9FB3-63C504179A55}" type="pres">
      <dgm:prSet presAssocID="{54DE5361-6330-4444-BE67-57E106D6F20E}" presName="parTx" presStyleLbl="revTx" presStyleIdx="3" presStyleCnt="8">
        <dgm:presLayoutVars>
          <dgm:chMax val="0"/>
          <dgm:chPref val="0"/>
        </dgm:presLayoutVars>
      </dgm:prSet>
      <dgm:spPr/>
    </dgm:pt>
    <dgm:pt modelId="{29C871C7-8588-4ECD-8177-10416D59A7A1}" type="pres">
      <dgm:prSet presAssocID="{FAE4CA7C-7E70-4476-BD5A-F8F5CBDE3F0D}" presName="sibTrans" presStyleCnt="0"/>
      <dgm:spPr/>
    </dgm:pt>
    <dgm:pt modelId="{E897C356-0407-42E6-9750-99000A1C1F2A}" type="pres">
      <dgm:prSet presAssocID="{2569948F-F657-46C5-B21D-C3B2E0E934AA}" presName="compNode" presStyleCnt="0"/>
      <dgm:spPr/>
    </dgm:pt>
    <dgm:pt modelId="{BA40A03A-8C16-4A3D-89CA-DD461B0779A8}" type="pres">
      <dgm:prSet presAssocID="{2569948F-F657-46C5-B21D-C3B2E0E934AA}" presName="bgRect" presStyleLbl="bgShp" presStyleIdx="4" presStyleCnt="8"/>
      <dgm:spPr/>
    </dgm:pt>
    <dgm:pt modelId="{BE065595-5AE4-4E28-BF32-09CF229C87D3}" type="pres">
      <dgm:prSet presAssocID="{2569948F-F657-46C5-B21D-C3B2E0E934AA}"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lloons"/>
        </a:ext>
      </dgm:extLst>
    </dgm:pt>
    <dgm:pt modelId="{45E38A88-A4FF-4BCA-A814-D51ADC0B92FE}" type="pres">
      <dgm:prSet presAssocID="{2569948F-F657-46C5-B21D-C3B2E0E934AA}" presName="spaceRect" presStyleCnt="0"/>
      <dgm:spPr/>
    </dgm:pt>
    <dgm:pt modelId="{7F7DED02-35CF-4E23-9B60-FE0146506B39}" type="pres">
      <dgm:prSet presAssocID="{2569948F-F657-46C5-B21D-C3B2E0E934AA}" presName="parTx" presStyleLbl="revTx" presStyleIdx="4" presStyleCnt="8">
        <dgm:presLayoutVars>
          <dgm:chMax val="0"/>
          <dgm:chPref val="0"/>
        </dgm:presLayoutVars>
      </dgm:prSet>
      <dgm:spPr/>
    </dgm:pt>
    <dgm:pt modelId="{3D577F98-0B1C-4D28-9219-CC86781BE383}" type="pres">
      <dgm:prSet presAssocID="{E3DF65E8-6F71-4B98-A2CF-6FE5E78C97CC}" presName="sibTrans" presStyleCnt="0"/>
      <dgm:spPr/>
    </dgm:pt>
    <dgm:pt modelId="{1E8FC0FD-36DC-43A9-BC0B-54AF6F67CC34}" type="pres">
      <dgm:prSet presAssocID="{32B49F93-8E51-4CA4-AD8B-B201914A19AE}" presName="compNode" presStyleCnt="0"/>
      <dgm:spPr/>
    </dgm:pt>
    <dgm:pt modelId="{C5CDA82E-0437-44F6-8AA0-B9F931570578}" type="pres">
      <dgm:prSet presAssocID="{32B49F93-8E51-4CA4-AD8B-B201914A19AE}" presName="bgRect" presStyleLbl="bgShp" presStyleIdx="5" presStyleCnt="8"/>
      <dgm:spPr/>
    </dgm:pt>
    <dgm:pt modelId="{0DA0A016-64C2-4864-92C6-53CA3794E956}" type="pres">
      <dgm:prSet presAssocID="{32B49F93-8E51-4CA4-AD8B-B201914A19AE}"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auge"/>
        </a:ext>
      </dgm:extLst>
    </dgm:pt>
    <dgm:pt modelId="{81184182-7E9F-41AB-9FB4-399214484D41}" type="pres">
      <dgm:prSet presAssocID="{32B49F93-8E51-4CA4-AD8B-B201914A19AE}" presName="spaceRect" presStyleCnt="0"/>
      <dgm:spPr/>
    </dgm:pt>
    <dgm:pt modelId="{E387F46A-5BC6-457D-82E4-46B1C1FE5D4A}" type="pres">
      <dgm:prSet presAssocID="{32B49F93-8E51-4CA4-AD8B-B201914A19AE}" presName="parTx" presStyleLbl="revTx" presStyleIdx="5" presStyleCnt="8">
        <dgm:presLayoutVars>
          <dgm:chMax val="0"/>
          <dgm:chPref val="0"/>
        </dgm:presLayoutVars>
      </dgm:prSet>
      <dgm:spPr/>
    </dgm:pt>
    <dgm:pt modelId="{839E4AE8-FB83-437E-A407-0865B3186354}" type="pres">
      <dgm:prSet presAssocID="{4A45B32B-613D-4BAE-B4D6-73AE207815A5}" presName="sibTrans" presStyleCnt="0"/>
      <dgm:spPr/>
    </dgm:pt>
    <dgm:pt modelId="{F4928D33-0E0D-4693-99BC-5DA98708D4CA}" type="pres">
      <dgm:prSet presAssocID="{DB6228DE-913F-4A96-B614-C258D6C1AE70}" presName="compNode" presStyleCnt="0"/>
      <dgm:spPr/>
    </dgm:pt>
    <dgm:pt modelId="{7B08D212-E4CD-4234-92FD-0DA77039C746}" type="pres">
      <dgm:prSet presAssocID="{DB6228DE-913F-4A96-B614-C258D6C1AE70}" presName="bgRect" presStyleLbl="bgShp" presStyleIdx="6" presStyleCnt="8"/>
      <dgm:spPr/>
    </dgm:pt>
    <dgm:pt modelId="{98CF69D4-C53F-4B32-9C72-ED2E6279D34E}" type="pres">
      <dgm:prSet presAssocID="{DB6228DE-913F-4A96-B614-C258D6C1AE70}"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Open Hand with Plant"/>
        </a:ext>
      </dgm:extLst>
    </dgm:pt>
    <dgm:pt modelId="{3702737A-4FCD-4AEA-AF64-43621B50AE34}" type="pres">
      <dgm:prSet presAssocID="{DB6228DE-913F-4A96-B614-C258D6C1AE70}" presName="spaceRect" presStyleCnt="0"/>
      <dgm:spPr/>
    </dgm:pt>
    <dgm:pt modelId="{6F8CCA7D-BF8D-4142-BE31-36F9140235B3}" type="pres">
      <dgm:prSet presAssocID="{DB6228DE-913F-4A96-B614-C258D6C1AE70}" presName="parTx" presStyleLbl="revTx" presStyleIdx="6" presStyleCnt="8">
        <dgm:presLayoutVars>
          <dgm:chMax val="0"/>
          <dgm:chPref val="0"/>
        </dgm:presLayoutVars>
      </dgm:prSet>
      <dgm:spPr/>
    </dgm:pt>
    <dgm:pt modelId="{A3108CA0-FDEB-486B-8E0D-60DD1A838D0D}" type="pres">
      <dgm:prSet presAssocID="{9E9008F2-12C0-457D-984D-D1F1F83F12BE}" presName="sibTrans" presStyleCnt="0"/>
      <dgm:spPr/>
    </dgm:pt>
    <dgm:pt modelId="{5EF88FD9-F0D1-4D69-9550-1C4E05793E50}" type="pres">
      <dgm:prSet presAssocID="{F664C3F5-A645-43F6-8806-64CEBBFC14E0}" presName="compNode" presStyleCnt="0"/>
      <dgm:spPr/>
    </dgm:pt>
    <dgm:pt modelId="{E3654CF5-F8C6-4FB3-9A3B-A04D57E3FCD5}" type="pres">
      <dgm:prSet presAssocID="{F664C3F5-A645-43F6-8806-64CEBBFC14E0}" presName="bgRect" presStyleLbl="bgShp" presStyleIdx="7" presStyleCnt="8"/>
      <dgm:spPr/>
    </dgm:pt>
    <dgm:pt modelId="{FCC1BDA8-711B-4B95-A928-07799958784B}" type="pres">
      <dgm:prSet presAssocID="{F664C3F5-A645-43F6-8806-64CEBBFC14E0}"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Home"/>
        </a:ext>
      </dgm:extLst>
    </dgm:pt>
    <dgm:pt modelId="{3ABCCD0A-B523-4ED2-8882-F5B8030BF641}" type="pres">
      <dgm:prSet presAssocID="{F664C3F5-A645-43F6-8806-64CEBBFC14E0}" presName="spaceRect" presStyleCnt="0"/>
      <dgm:spPr/>
    </dgm:pt>
    <dgm:pt modelId="{1B4708B3-FE4A-4897-BB76-B1C626227B82}" type="pres">
      <dgm:prSet presAssocID="{F664C3F5-A645-43F6-8806-64CEBBFC14E0}" presName="parTx" presStyleLbl="revTx" presStyleIdx="7" presStyleCnt="8">
        <dgm:presLayoutVars>
          <dgm:chMax val="0"/>
          <dgm:chPref val="0"/>
        </dgm:presLayoutVars>
      </dgm:prSet>
      <dgm:spPr/>
    </dgm:pt>
  </dgm:ptLst>
  <dgm:cxnLst>
    <dgm:cxn modelId="{03FC9201-12BC-4BA7-8888-40DB13803641}" type="presOf" srcId="{2569948F-F657-46C5-B21D-C3B2E0E934AA}" destId="{7F7DED02-35CF-4E23-9B60-FE0146506B39}" srcOrd="0" destOrd="0" presId="urn:microsoft.com/office/officeart/2018/2/layout/IconVerticalSolidList"/>
    <dgm:cxn modelId="{778E6A0D-AC05-4493-9E92-D5728BFB710C}" type="presOf" srcId="{3A3320C6-33FF-4F87-B610-E5B1B83D68B2}" destId="{A44F40EF-F5D6-47BD-9384-3D30361AC1EB}" srcOrd="0" destOrd="0" presId="urn:microsoft.com/office/officeart/2018/2/layout/IconVerticalSolidList"/>
    <dgm:cxn modelId="{CA615F14-5E36-4E0B-89FB-B48D50EB84EF}" srcId="{9D848C0C-A0CB-4CCF-97D3-09EE119E3659}" destId="{DB6228DE-913F-4A96-B614-C258D6C1AE70}" srcOrd="6" destOrd="0" parTransId="{8382217D-0242-46C1-A59A-CB2C150BA6A1}" sibTransId="{9E9008F2-12C0-457D-984D-D1F1F83F12BE}"/>
    <dgm:cxn modelId="{8A9B7317-3C9E-495C-B544-852671961F53}" type="presOf" srcId="{F664C3F5-A645-43F6-8806-64CEBBFC14E0}" destId="{1B4708B3-FE4A-4897-BB76-B1C626227B82}" srcOrd="0" destOrd="0" presId="urn:microsoft.com/office/officeart/2018/2/layout/IconVerticalSolidList"/>
    <dgm:cxn modelId="{AB267A2D-CBC4-41F2-924C-B3309299FA48}" srcId="{9D848C0C-A0CB-4CCF-97D3-09EE119E3659}" destId="{2569948F-F657-46C5-B21D-C3B2E0E934AA}" srcOrd="4" destOrd="0" parTransId="{04845CFE-77ED-4585-BC7B-369E72AD8A6A}" sibTransId="{E3DF65E8-6F71-4B98-A2CF-6FE5E78C97CC}"/>
    <dgm:cxn modelId="{EA2D5141-57E7-4571-B721-9D6E52A2CBCF}" srcId="{9D848C0C-A0CB-4CCF-97D3-09EE119E3659}" destId="{43903579-A1FE-452E-B379-8E001FA12B5D}" srcOrd="1" destOrd="0" parTransId="{845D9F94-9369-483C-A2FC-B9332E3680B5}" sibTransId="{873FD905-2DBB-44E0-89E9-B4F1CC19C3BE}"/>
    <dgm:cxn modelId="{FF71C84B-BD33-43CB-9EE1-AB2785A0E435}" type="presOf" srcId="{54DE5361-6330-4444-BE67-57E106D6F20E}" destId="{870B97AB-09BC-431F-9FB3-63C504179A55}" srcOrd="0" destOrd="0" presId="urn:microsoft.com/office/officeart/2018/2/layout/IconVerticalSolidList"/>
    <dgm:cxn modelId="{D4C2117E-B8C3-493A-A145-CA2828496936}" type="presOf" srcId="{57B3D4F1-3C4A-47D7-8492-22E053D442EA}" destId="{999727BB-6505-4712-BEDC-E8A7F92C18D2}" srcOrd="0" destOrd="0" presId="urn:microsoft.com/office/officeart/2018/2/layout/IconVerticalSolidList"/>
    <dgm:cxn modelId="{6DB9688C-91D2-431C-8FDB-327CB70E1457}" srcId="{9D848C0C-A0CB-4CCF-97D3-09EE119E3659}" destId="{57B3D4F1-3C4A-47D7-8492-22E053D442EA}" srcOrd="0" destOrd="0" parTransId="{2F0974B0-0275-4D49-8A8D-71F2D2CAD51E}" sibTransId="{020FB385-5AC6-41E6-9267-1F39455ABC24}"/>
    <dgm:cxn modelId="{04BC1F90-5DC2-493D-AA74-073B804BBA0F}" srcId="{9D848C0C-A0CB-4CCF-97D3-09EE119E3659}" destId="{F664C3F5-A645-43F6-8806-64CEBBFC14E0}" srcOrd="7" destOrd="0" parTransId="{399FBC54-A290-4F10-BAA3-26FBA9BB8289}" sibTransId="{6BFC6341-EC48-4ACC-8F28-140C643AA109}"/>
    <dgm:cxn modelId="{96DDB9B2-2B14-44DC-A433-1BECD0F71EA6}" type="presOf" srcId="{DB6228DE-913F-4A96-B614-C258D6C1AE70}" destId="{6F8CCA7D-BF8D-4142-BE31-36F9140235B3}" srcOrd="0" destOrd="0" presId="urn:microsoft.com/office/officeart/2018/2/layout/IconVerticalSolidList"/>
    <dgm:cxn modelId="{52B198BA-104F-4A1F-8874-457E2BA52FBE}" srcId="{9D848C0C-A0CB-4CCF-97D3-09EE119E3659}" destId="{54DE5361-6330-4444-BE67-57E106D6F20E}" srcOrd="3" destOrd="0" parTransId="{70047F86-6562-47B1-A9E6-D29AEC7D2EA6}" sibTransId="{FAE4CA7C-7E70-4476-BD5A-F8F5CBDE3F0D}"/>
    <dgm:cxn modelId="{1715EBCD-4F3C-491C-A045-709685EA36F8}" type="presOf" srcId="{43903579-A1FE-452E-B379-8E001FA12B5D}" destId="{8F660473-C746-4036-AAC6-200A7F65021B}" srcOrd="0" destOrd="0" presId="urn:microsoft.com/office/officeart/2018/2/layout/IconVerticalSolidList"/>
    <dgm:cxn modelId="{389A9FD6-9649-487D-A736-20E22F6E0F77}" type="presOf" srcId="{32B49F93-8E51-4CA4-AD8B-B201914A19AE}" destId="{E387F46A-5BC6-457D-82E4-46B1C1FE5D4A}" srcOrd="0" destOrd="0" presId="urn:microsoft.com/office/officeart/2018/2/layout/IconVerticalSolidList"/>
    <dgm:cxn modelId="{B2D0C6D9-3701-4B9F-A18F-C621A09786B8}" type="presOf" srcId="{9D848C0C-A0CB-4CCF-97D3-09EE119E3659}" destId="{A776C9CB-707B-4F61-8050-55C5052DAFA8}" srcOrd="0" destOrd="0" presId="urn:microsoft.com/office/officeart/2018/2/layout/IconVerticalSolidList"/>
    <dgm:cxn modelId="{D634A2E6-5865-4ADD-9318-2A86C72CE123}" srcId="{9D848C0C-A0CB-4CCF-97D3-09EE119E3659}" destId="{3A3320C6-33FF-4F87-B610-E5B1B83D68B2}" srcOrd="2" destOrd="0" parTransId="{03DEDAAA-E6D9-4403-B477-83B7C13EC280}" sibTransId="{699AEEB3-809A-47E4-A2BA-7514D75529C5}"/>
    <dgm:cxn modelId="{512B93F0-4899-4395-8740-4CDEB03FEBC1}" srcId="{9D848C0C-A0CB-4CCF-97D3-09EE119E3659}" destId="{32B49F93-8E51-4CA4-AD8B-B201914A19AE}" srcOrd="5" destOrd="0" parTransId="{0D59BFFE-C5F4-43E8-964C-A2DD14B84469}" sibTransId="{4A45B32B-613D-4BAE-B4D6-73AE207815A5}"/>
    <dgm:cxn modelId="{05794000-932B-4605-A7AA-CA5B1A54E8B9}" type="presParOf" srcId="{A776C9CB-707B-4F61-8050-55C5052DAFA8}" destId="{DD40FF83-AD81-4D99-B95F-B86EFE7141D6}" srcOrd="0" destOrd="0" presId="urn:microsoft.com/office/officeart/2018/2/layout/IconVerticalSolidList"/>
    <dgm:cxn modelId="{0846C1F4-E9B9-4A60-A878-C3FF77B8C4F2}" type="presParOf" srcId="{DD40FF83-AD81-4D99-B95F-B86EFE7141D6}" destId="{7BA054A8-41CD-46C1-B8F9-55528AB675B7}" srcOrd="0" destOrd="0" presId="urn:microsoft.com/office/officeart/2018/2/layout/IconVerticalSolidList"/>
    <dgm:cxn modelId="{D0900D63-ED39-4742-A943-4AF6D7479BEB}" type="presParOf" srcId="{DD40FF83-AD81-4D99-B95F-B86EFE7141D6}" destId="{B97494FE-5011-4053-A03F-75CDDE4263EE}" srcOrd="1" destOrd="0" presId="urn:microsoft.com/office/officeart/2018/2/layout/IconVerticalSolidList"/>
    <dgm:cxn modelId="{4996470E-9FCB-44E3-9CFC-585492E43B84}" type="presParOf" srcId="{DD40FF83-AD81-4D99-B95F-B86EFE7141D6}" destId="{71D1CEE5-C698-43DB-9236-1621D548AD87}" srcOrd="2" destOrd="0" presId="urn:microsoft.com/office/officeart/2018/2/layout/IconVerticalSolidList"/>
    <dgm:cxn modelId="{3677D6CD-8B49-434F-B64A-8F19E764D680}" type="presParOf" srcId="{DD40FF83-AD81-4D99-B95F-B86EFE7141D6}" destId="{999727BB-6505-4712-BEDC-E8A7F92C18D2}" srcOrd="3" destOrd="0" presId="urn:microsoft.com/office/officeart/2018/2/layout/IconVerticalSolidList"/>
    <dgm:cxn modelId="{F8A83EE1-F873-443F-8955-7BD8D74BB8F4}" type="presParOf" srcId="{A776C9CB-707B-4F61-8050-55C5052DAFA8}" destId="{1C258E21-4C08-4B5D-870C-0941615C9C51}" srcOrd="1" destOrd="0" presId="urn:microsoft.com/office/officeart/2018/2/layout/IconVerticalSolidList"/>
    <dgm:cxn modelId="{2A4CE0C6-7979-4EB8-A271-12186B0F83E1}" type="presParOf" srcId="{A776C9CB-707B-4F61-8050-55C5052DAFA8}" destId="{4648EED7-B7E9-4C1F-A680-71445D841232}" srcOrd="2" destOrd="0" presId="urn:microsoft.com/office/officeart/2018/2/layout/IconVerticalSolidList"/>
    <dgm:cxn modelId="{8A9DB364-7501-4547-966C-AC944FD83C23}" type="presParOf" srcId="{4648EED7-B7E9-4C1F-A680-71445D841232}" destId="{2EE49FAF-2294-4327-AA6B-881022B53C26}" srcOrd="0" destOrd="0" presId="urn:microsoft.com/office/officeart/2018/2/layout/IconVerticalSolidList"/>
    <dgm:cxn modelId="{94147BD0-EDF9-417A-979D-92753DF60432}" type="presParOf" srcId="{4648EED7-B7E9-4C1F-A680-71445D841232}" destId="{317BBB7C-A9B1-4BF1-9346-ED72E261EF3F}" srcOrd="1" destOrd="0" presId="urn:microsoft.com/office/officeart/2018/2/layout/IconVerticalSolidList"/>
    <dgm:cxn modelId="{BFCAEE03-84A1-4831-BA12-2C9B9F2BE16C}" type="presParOf" srcId="{4648EED7-B7E9-4C1F-A680-71445D841232}" destId="{FF839BEC-35C7-4DF7-A43A-35D8A520F09E}" srcOrd="2" destOrd="0" presId="urn:microsoft.com/office/officeart/2018/2/layout/IconVerticalSolidList"/>
    <dgm:cxn modelId="{51305305-783C-46F3-A4A3-6BDEB0CAEA58}" type="presParOf" srcId="{4648EED7-B7E9-4C1F-A680-71445D841232}" destId="{8F660473-C746-4036-AAC6-200A7F65021B}" srcOrd="3" destOrd="0" presId="urn:microsoft.com/office/officeart/2018/2/layout/IconVerticalSolidList"/>
    <dgm:cxn modelId="{8A8EE503-86DB-4F08-9B4C-63F2DBB3C171}" type="presParOf" srcId="{A776C9CB-707B-4F61-8050-55C5052DAFA8}" destId="{DCF9AC3A-187C-4C8C-B34F-F398F3916348}" srcOrd="3" destOrd="0" presId="urn:microsoft.com/office/officeart/2018/2/layout/IconVerticalSolidList"/>
    <dgm:cxn modelId="{6D86DDAC-729A-4496-8B31-02D6B6061812}" type="presParOf" srcId="{A776C9CB-707B-4F61-8050-55C5052DAFA8}" destId="{4B59FAC3-8160-4C07-9AE5-DE1C905D21F8}" srcOrd="4" destOrd="0" presId="urn:microsoft.com/office/officeart/2018/2/layout/IconVerticalSolidList"/>
    <dgm:cxn modelId="{DA2DA583-E5C4-4297-9E5B-D13B4F2061BD}" type="presParOf" srcId="{4B59FAC3-8160-4C07-9AE5-DE1C905D21F8}" destId="{91C0BDC8-29E3-4558-A072-B03549C879D2}" srcOrd="0" destOrd="0" presId="urn:microsoft.com/office/officeart/2018/2/layout/IconVerticalSolidList"/>
    <dgm:cxn modelId="{DE17DB62-DDB9-4A9F-9B69-7997DC28B27A}" type="presParOf" srcId="{4B59FAC3-8160-4C07-9AE5-DE1C905D21F8}" destId="{146711A5-9E4F-4B3F-93E0-CBBBA04886DB}" srcOrd="1" destOrd="0" presId="urn:microsoft.com/office/officeart/2018/2/layout/IconVerticalSolidList"/>
    <dgm:cxn modelId="{F5E808E3-A9C2-4ABC-BE9F-F9475A4D927D}" type="presParOf" srcId="{4B59FAC3-8160-4C07-9AE5-DE1C905D21F8}" destId="{1D937447-A106-4687-B58A-2CE842CF8FCE}" srcOrd="2" destOrd="0" presId="urn:microsoft.com/office/officeart/2018/2/layout/IconVerticalSolidList"/>
    <dgm:cxn modelId="{1ACC7853-943A-4A44-867C-3CBA42D12D0F}" type="presParOf" srcId="{4B59FAC3-8160-4C07-9AE5-DE1C905D21F8}" destId="{A44F40EF-F5D6-47BD-9384-3D30361AC1EB}" srcOrd="3" destOrd="0" presId="urn:microsoft.com/office/officeart/2018/2/layout/IconVerticalSolidList"/>
    <dgm:cxn modelId="{310520B1-308A-4E27-B886-D3E8868CE0EF}" type="presParOf" srcId="{A776C9CB-707B-4F61-8050-55C5052DAFA8}" destId="{95140D15-2870-499E-9691-30B69D663B50}" srcOrd="5" destOrd="0" presId="urn:microsoft.com/office/officeart/2018/2/layout/IconVerticalSolidList"/>
    <dgm:cxn modelId="{4C28890B-B1AE-4728-8EAD-9BDCE072F890}" type="presParOf" srcId="{A776C9CB-707B-4F61-8050-55C5052DAFA8}" destId="{7DB7BBAE-F8A6-4BE2-B96F-5DFB1643AE5F}" srcOrd="6" destOrd="0" presId="urn:microsoft.com/office/officeart/2018/2/layout/IconVerticalSolidList"/>
    <dgm:cxn modelId="{EFF3E0F2-32D4-49A9-BC97-C5B4B75C89E9}" type="presParOf" srcId="{7DB7BBAE-F8A6-4BE2-B96F-5DFB1643AE5F}" destId="{ACDA527D-CEE7-43C3-8C37-5657B936B08E}" srcOrd="0" destOrd="0" presId="urn:microsoft.com/office/officeart/2018/2/layout/IconVerticalSolidList"/>
    <dgm:cxn modelId="{81AB0D67-FBE9-44EF-ABFF-C91A8810737B}" type="presParOf" srcId="{7DB7BBAE-F8A6-4BE2-B96F-5DFB1643AE5F}" destId="{26AB1F1A-5096-4991-A1BF-596DAE94B162}" srcOrd="1" destOrd="0" presId="urn:microsoft.com/office/officeart/2018/2/layout/IconVerticalSolidList"/>
    <dgm:cxn modelId="{0E197940-DE9C-48DD-BB95-C85CA99CBA99}" type="presParOf" srcId="{7DB7BBAE-F8A6-4BE2-B96F-5DFB1643AE5F}" destId="{714AA6E5-9668-483E-932B-33B7418EFA36}" srcOrd="2" destOrd="0" presId="urn:microsoft.com/office/officeart/2018/2/layout/IconVerticalSolidList"/>
    <dgm:cxn modelId="{9FBB5F0A-B040-4F8A-AB9D-0E12774A493F}" type="presParOf" srcId="{7DB7BBAE-F8A6-4BE2-B96F-5DFB1643AE5F}" destId="{870B97AB-09BC-431F-9FB3-63C504179A55}" srcOrd="3" destOrd="0" presId="urn:microsoft.com/office/officeart/2018/2/layout/IconVerticalSolidList"/>
    <dgm:cxn modelId="{946C7025-DB1C-46F2-8441-A5BA346B142A}" type="presParOf" srcId="{A776C9CB-707B-4F61-8050-55C5052DAFA8}" destId="{29C871C7-8588-4ECD-8177-10416D59A7A1}" srcOrd="7" destOrd="0" presId="urn:microsoft.com/office/officeart/2018/2/layout/IconVerticalSolidList"/>
    <dgm:cxn modelId="{3C1DDE0E-53F9-42A4-BADF-02200076504A}" type="presParOf" srcId="{A776C9CB-707B-4F61-8050-55C5052DAFA8}" destId="{E897C356-0407-42E6-9750-99000A1C1F2A}" srcOrd="8" destOrd="0" presId="urn:microsoft.com/office/officeart/2018/2/layout/IconVerticalSolidList"/>
    <dgm:cxn modelId="{C38ED56C-5EF1-4065-8285-B8A6226776B3}" type="presParOf" srcId="{E897C356-0407-42E6-9750-99000A1C1F2A}" destId="{BA40A03A-8C16-4A3D-89CA-DD461B0779A8}" srcOrd="0" destOrd="0" presId="urn:microsoft.com/office/officeart/2018/2/layout/IconVerticalSolidList"/>
    <dgm:cxn modelId="{691BA017-D627-421C-96FD-EDEABE07428B}" type="presParOf" srcId="{E897C356-0407-42E6-9750-99000A1C1F2A}" destId="{BE065595-5AE4-4E28-BF32-09CF229C87D3}" srcOrd="1" destOrd="0" presId="urn:microsoft.com/office/officeart/2018/2/layout/IconVerticalSolidList"/>
    <dgm:cxn modelId="{556709AE-DA70-4464-83F2-02F4129E0855}" type="presParOf" srcId="{E897C356-0407-42E6-9750-99000A1C1F2A}" destId="{45E38A88-A4FF-4BCA-A814-D51ADC0B92FE}" srcOrd="2" destOrd="0" presId="urn:microsoft.com/office/officeart/2018/2/layout/IconVerticalSolidList"/>
    <dgm:cxn modelId="{8D061841-06EC-47BD-B2F5-1F5A4610B600}" type="presParOf" srcId="{E897C356-0407-42E6-9750-99000A1C1F2A}" destId="{7F7DED02-35CF-4E23-9B60-FE0146506B39}" srcOrd="3" destOrd="0" presId="urn:microsoft.com/office/officeart/2018/2/layout/IconVerticalSolidList"/>
    <dgm:cxn modelId="{0DF4DB93-1A4D-47B5-8A5F-77CEC9EC42C2}" type="presParOf" srcId="{A776C9CB-707B-4F61-8050-55C5052DAFA8}" destId="{3D577F98-0B1C-4D28-9219-CC86781BE383}" srcOrd="9" destOrd="0" presId="urn:microsoft.com/office/officeart/2018/2/layout/IconVerticalSolidList"/>
    <dgm:cxn modelId="{8CDF34B8-B891-44F5-8096-EBB9CEC9DD81}" type="presParOf" srcId="{A776C9CB-707B-4F61-8050-55C5052DAFA8}" destId="{1E8FC0FD-36DC-43A9-BC0B-54AF6F67CC34}" srcOrd="10" destOrd="0" presId="urn:microsoft.com/office/officeart/2018/2/layout/IconVerticalSolidList"/>
    <dgm:cxn modelId="{EE207B40-C178-4492-8407-F91F74C07811}" type="presParOf" srcId="{1E8FC0FD-36DC-43A9-BC0B-54AF6F67CC34}" destId="{C5CDA82E-0437-44F6-8AA0-B9F931570578}" srcOrd="0" destOrd="0" presId="urn:microsoft.com/office/officeart/2018/2/layout/IconVerticalSolidList"/>
    <dgm:cxn modelId="{DDD10A10-F92E-4FD9-A956-3314E53A3995}" type="presParOf" srcId="{1E8FC0FD-36DC-43A9-BC0B-54AF6F67CC34}" destId="{0DA0A016-64C2-4864-92C6-53CA3794E956}" srcOrd="1" destOrd="0" presId="urn:microsoft.com/office/officeart/2018/2/layout/IconVerticalSolidList"/>
    <dgm:cxn modelId="{6273F730-BCC0-4529-A40E-DD0F3628892B}" type="presParOf" srcId="{1E8FC0FD-36DC-43A9-BC0B-54AF6F67CC34}" destId="{81184182-7E9F-41AB-9FB4-399214484D41}" srcOrd="2" destOrd="0" presId="urn:microsoft.com/office/officeart/2018/2/layout/IconVerticalSolidList"/>
    <dgm:cxn modelId="{D3C7BE03-C072-40A8-974A-D6BF5FC31548}" type="presParOf" srcId="{1E8FC0FD-36DC-43A9-BC0B-54AF6F67CC34}" destId="{E387F46A-5BC6-457D-82E4-46B1C1FE5D4A}" srcOrd="3" destOrd="0" presId="urn:microsoft.com/office/officeart/2018/2/layout/IconVerticalSolidList"/>
    <dgm:cxn modelId="{76B855EE-5255-4BD5-B7C1-8B8649CF8CC1}" type="presParOf" srcId="{A776C9CB-707B-4F61-8050-55C5052DAFA8}" destId="{839E4AE8-FB83-437E-A407-0865B3186354}" srcOrd="11" destOrd="0" presId="urn:microsoft.com/office/officeart/2018/2/layout/IconVerticalSolidList"/>
    <dgm:cxn modelId="{AEEF3CC9-1669-4399-9CA1-7DA2A55281BD}" type="presParOf" srcId="{A776C9CB-707B-4F61-8050-55C5052DAFA8}" destId="{F4928D33-0E0D-4693-99BC-5DA98708D4CA}" srcOrd="12" destOrd="0" presId="urn:microsoft.com/office/officeart/2018/2/layout/IconVerticalSolidList"/>
    <dgm:cxn modelId="{81FEE624-E434-4F98-9F93-E06888BE32F2}" type="presParOf" srcId="{F4928D33-0E0D-4693-99BC-5DA98708D4CA}" destId="{7B08D212-E4CD-4234-92FD-0DA77039C746}" srcOrd="0" destOrd="0" presId="urn:microsoft.com/office/officeart/2018/2/layout/IconVerticalSolidList"/>
    <dgm:cxn modelId="{E2D59AFB-D46A-4E77-AF03-4AD295EE3E44}" type="presParOf" srcId="{F4928D33-0E0D-4693-99BC-5DA98708D4CA}" destId="{98CF69D4-C53F-4B32-9C72-ED2E6279D34E}" srcOrd="1" destOrd="0" presId="urn:microsoft.com/office/officeart/2018/2/layout/IconVerticalSolidList"/>
    <dgm:cxn modelId="{E85A1D4A-CD60-48E5-A994-D0234D276763}" type="presParOf" srcId="{F4928D33-0E0D-4693-99BC-5DA98708D4CA}" destId="{3702737A-4FCD-4AEA-AF64-43621B50AE34}" srcOrd="2" destOrd="0" presId="urn:microsoft.com/office/officeart/2018/2/layout/IconVerticalSolidList"/>
    <dgm:cxn modelId="{581B74A9-6B79-4634-8C6B-D50B6D08B7F8}" type="presParOf" srcId="{F4928D33-0E0D-4693-99BC-5DA98708D4CA}" destId="{6F8CCA7D-BF8D-4142-BE31-36F9140235B3}" srcOrd="3" destOrd="0" presId="urn:microsoft.com/office/officeart/2018/2/layout/IconVerticalSolidList"/>
    <dgm:cxn modelId="{C4EE838D-C07C-489C-B67F-B44DE85AEABE}" type="presParOf" srcId="{A776C9CB-707B-4F61-8050-55C5052DAFA8}" destId="{A3108CA0-FDEB-486B-8E0D-60DD1A838D0D}" srcOrd="13" destOrd="0" presId="urn:microsoft.com/office/officeart/2018/2/layout/IconVerticalSolidList"/>
    <dgm:cxn modelId="{822B2A8A-E09E-41D5-994D-9F71F47844DB}" type="presParOf" srcId="{A776C9CB-707B-4F61-8050-55C5052DAFA8}" destId="{5EF88FD9-F0D1-4D69-9550-1C4E05793E50}" srcOrd="14" destOrd="0" presId="urn:microsoft.com/office/officeart/2018/2/layout/IconVerticalSolidList"/>
    <dgm:cxn modelId="{2758D680-C009-4FA3-AAF6-5E37AAC38F51}" type="presParOf" srcId="{5EF88FD9-F0D1-4D69-9550-1C4E05793E50}" destId="{E3654CF5-F8C6-4FB3-9A3B-A04D57E3FCD5}" srcOrd="0" destOrd="0" presId="urn:microsoft.com/office/officeart/2018/2/layout/IconVerticalSolidList"/>
    <dgm:cxn modelId="{43283BEC-9CB4-4056-A512-8F0355D8AB95}" type="presParOf" srcId="{5EF88FD9-F0D1-4D69-9550-1C4E05793E50}" destId="{FCC1BDA8-711B-4B95-A928-07799958784B}" srcOrd="1" destOrd="0" presId="urn:microsoft.com/office/officeart/2018/2/layout/IconVerticalSolidList"/>
    <dgm:cxn modelId="{8B1DD3D5-AB5D-4BDE-91DF-444711AE37B0}" type="presParOf" srcId="{5EF88FD9-F0D1-4D69-9550-1C4E05793E50}" destId="{3ABCCD0A-B523-4ED2-8882-F5B8030BF641}" srcOrd="2" destOrd="0" presId="urn:microsoft.com/office/officeart/2018/2/layout/IconVerticalSolidList"/>
    <dgm:cxn modelId="{FE45E037-8441-432D-A4E9-906814BDBBE9}" type="presParOf" srcId="{5EF88FD9-F0D1-4D69-9550-1C4E05793E50}" destId="{1B4708B3-FE4A-4897-BB76-B1C626227B8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A398AD-5387-43E5-8ECA-B946FBE712F9}"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907895BF-61D2-4FA8-934B-AD9B6E5472C4}">
      <dgm:prSet/>
      <dgm:spPr/>
      <dgm:t>
        <a:bodyPr/>
        <a:lstStyle/>
        <a:p>
          <a:r>
            <a:rPr lang="en-US" b="1" dirty="0"/>
            <a:t>Synthetic Dataset</a:t>
          </a:r>
          <a:r>
            <a:rPr lang="en-US" dirty="0"/>
            <a:t>: Limited real-world applicability and potential data discrepancies.</a:t>
          </a:r>
        </a:p>
      </dgm:t>
    </dgm:pt>
    <dgm:pt modelId="{9A821638-CE6A-4731-B12B-6548CF1D3B5A}" type="parTrans" cxnId="{A685EDB3-6357-4EE5-9164-98D17553CAFA}">
      <dgm:prSet/>
      <dgm:spPr/>
      <dgm:t>
        <a:bodyPr/>
        <a:lstStyle/>
        <a:p>
          <a:endParaRPr lang="en-US"/>
        </a:p>
      </dgm:t>
    </dgm:pt>
    <dgm:pt modelId="{231FAFF3-CD5A-4B53-8BA2-B15A64C188EC}" type="sibTrans" cxnId="{A685EDB3-6357-4EE5-9164-98D17553CAFA}">
      <dgm:prSet/>
      <dgm:spPr/>
      <dgm:t>
        <a:bodyPr/>
        <a:lstStyle/>
        <a:p>
          <a:endParaRPr lang="en-US"/>
        </a:p>
      </dgm:t>
    </dgm:pt>
    <dgm:pt modelId="{5FA5E1EF-416D-4B41-83BA-BEB7E069C187}">
      <dgm:prSet/>
      <dgm:spPr/>
      <dgm:t>
        <a:bodyPr/>
        <a:lstStyle/>
        <a:p>
          <a:r>
            <a:rPr lang="en-US" b="1" dirty="0"/>
            <a:t>Overfitting</a:t>
          </a:r>
          <a:r>
            <a:rPr lang="en-US" dirty="0"/>
            <a:t>: Random Forest </a:t>
          </a:r>
          <a:r>
            <a:rPr lang="en-US" dirty="0" err="1"/>
            <a:t>overfitted</a:t>
          </a:r>
          <a:r>
            <a:rPr lang="en-US" dirty="0"/>
            <a:t> to training data, affecting generalization.</a:t>
          </a:r>
        </a:p>
      </dgm:t>
    </dgm:pt>
    <dgm:pt modelId="{620C918F-00B3-44F5-8DF8-15A1DCAD4E38}" type="parTrans" cxnId="{A74316C0-6D0D-4A08-9BB5-E9B162EA4AE6}">
      <dgm:prSet/>
      <dgm:spPr/>
      <dgm:t>
        <a:bodyPr/>
        <a:lstStyle/>
        <a:p>
          <a:endParaRPr lang="en-US"/>
        </a:p>
      </dgm:t>
    </dgm:pt>
    <dgm:pt modelId="{7BF31C9A-D979-4F1D-94D5-D64C64736270}" type="sibTrans" cxnId="{A74316C0-6D0D-4A08-9BB5-E9B162EA4AE6}">
      <dgm:prSet/>
      <dgm:spPr/>
      <dgm:t>
        <a:bodyPr/>
        <a:lstStyle/>
        <a:p>
          <a:endParaRPr lang="en-US"/>
        </a:p>
      </dgm:t>
    </dgm:pt>
    <dgm:pt modelId="{89BE078A-3C99-4113-B642-03D1EB0B7DA1}">
      <dgm:prSet/>
      <dgm:spPr/>
      <dgm:t>
        <a:bodyPr/>
        <a:lstStyle/>
        <a:p>
          <a:r>
            <a:rPr lang="en-US" b="1" dirty="0"/>
            <a:t>Model Selection</a:t>
          </a:r>
          <a:r>
            <a:rPr lang="en-US" dirty="0"/>
            <a:t>: Choosing between simpler models (Linear Regression) and complex ones (Random Forest, </a:t>
          </a:r>
          <a:r>
            <a:rPr lang="en-US" dirty="0" err="1"/>
            <a:t>XGBoost</a:t>
          </a:r>
          <a:r>
            <a:rPr lang="en-US" dirty="0"/>
            <a:t>).</a:t>
          </a:r>
        </a:p>
      </dgm:t>
    </dgm:pt>
    <dgm:pt modelId="{321E48BD-0C7E-4BC1-9AB4-63B94D3D78CB}" type="parTrans" cxnId="{0FF175F6-B5E6-4363-B2D2-668FE4FCEDD9}">
      <dgm:prSet/>
      <dgm:spPr/>
      <dgm:t>
        <a:bodyPr/>
        <a:lstStyle/>
        <a:p>
          <a:endParaRPr lang="en-US"/>
        </a:p>
      </dgm:t>
    </dgm:pt>
    <dgm:pt modelId="{9F67E0B8-A519-4895-B63C-A47F45281E05}" type="sibTrans" cxnId="{0FF175F6-B5E6-4363-B2D2-668FE4FCEDD9}">
      <dgm:prSet/>
      <dgm:spPr/>
      <dgm:t>
        <a:bodyPr/>
        <a:lstStyle/>
        <a:p>
          <a:endParaRPr lang="en-US"/>
        </a:p>
      </dgm:t>
    </dgm:pt>
    <dgm:pt modelId="{8364ACAE-84FD-49BA-9121-5C3D8B992DFF}">
      <dgm:prSet/>
      <dgm:spPr/>
      <dgm:t>
        <a:bodyPr/>
        <a:lstStyle/>
        <a:p>
          <a:r>
            <a:rPr lang="en-US" b="1" dirty="0" err="1"/>
            <a:t>Hyperparameter</a:t>
          </a:r>
          <a:r>
            <a:rPr lang="en-US" b="1" dirty="0"/>
            <a:t> Tuning</a:t>
          </a:r>
          <a:r>
            <a:rPr lang="en-US" dirty="0"/>
            <a:t>: Time-consuming and required extensive optimization, with limited improvement.</a:t>
          </a:r>
        </a:p>
      </dgm:t>
    </dgm:pt>
    <dgm:pt modelId="{F4F3D18E-C392-4804-80E6-8B41B4389BE5}" type="parTrans" cxnId="{BC30981D-89C4-4640-9798-E1A04C0164E1}">
      <dgm:prSet/>
      <dgm:spPr/>
      <dgm:t>
        <a:bodyPr/>
        <a:lstStyle/>
        <a:p>
          <a:endParaRPr lang="en-US"/>
        </a:p>
      </dgm:t>
    </dgm:pt>
    <dgm:pt modelId="{2202BD72-6528-4481-8ABE-26F9024DD58A}" type="sibTrans" cxnId="{BC30981D-89C4-4640-9798-E1A04C0164E1}">
      <dgm:prSet/>
      <dgm:spPr/>
      <dgm:t>
        <a:bodyPr/>
        <a:lstStyle/>
        <a:p>
          <a:endParaRPr lang="en-US"/>
        </a:p>
      </dgm:t>
    </dgm:pt>
    <dgm:pt modelId="{2C0B367B-C7E4-40DF-9700-344F0820DF67}" type="pres">
      <dgm:prSet presAssocID="{D5A398AD-5387-43E5-8ECA-B946FBE712F9}" presName="outerComposite" presStyleCnt="0">
        <dgm:presLayoutVars>
          <dgm:chMax val="5"/>
          <dgm:dir/>
          <dgm:resizeHandles val="exact"/>
        </dgm:presLayoutVars>
      </dgm:prSet>
      <dgm:spPr/>
    </dgm:pt>
    <dgm:pt modelId="{7422EA8E-82F1-4A64-8A92-E42B79BDD11E}" type="pres">
      <dgm:prSet presAssocID="{D5A398AD-5387-43E5-8ECA-B946FBE712F9}" presName="dummyMaxCanvas" presStyleCnt="0">
        <dgm:presLayoutVars/>
      </dgm:prSet>
      <dgm:spPr/>
    </dgm:pt>
    <dgm:pt modelId="{D1B0FBF7-75DC-4856-9F5A-05A013C4FA21}" type="pres">
      <dgm:prSet presAssocID="{D5A398AD-5387-43E5-8ECA-B946FBE712F9}" presName="FourNodes_1" presStyleLbl="node1" presStyleIdx="0" presStyleCnt="4">
        <dgm:presLayoutVars>
          <dgm:bulletEnabled val="1"/>
        </dgm:presLayoutVars>
      </dgm:prSet>
      <dgm:spPr/>
    </dgm:pt>
    <dgm:pt modelId="{DAF30F41-B067-4556-B89D-94ED1ADC4880}" type="pres">
      <dgm:prSet presAssocID="{D5A398AD-5387-43E5-8ECA-B946FBE712F9}" presName="FourNodes_2" presStyleLbl="node1" presStyleIdx="1" presStyleCnt="4">
        <dgm:presLayoutVars>
          <dgm:bulletEnabled val="1"/>
        </dgm:presLayoutVars>
      </dgm:prSet>
      <dgm:spPr/>
    </dgm:pt>
    <dgm:pt modelId="{391190A3-5C70-4DE1-BC94-B30DC8B07857}" type="pres">
      <dgm:prSet presAssocID="{D5A398AD-5387-43E5-8ECA-B946FBE712F9}" presName="FourNodes_3" presStyleLbl="node1" presStyleIdx="2" presStyleCnt="4">
        <dgm:presLayoutVars>
          <dgm:bulletEnabled val="1"/>
        </dgm:presLayoutVars>
      </dgm:prSet>
      <dgm:spPr/>
    </dgm:pt>
    <dgm:pt modelId="{86B7EF1E-4A84-4E60-840B-F7069E95E37F}" type="pres">
      <dgm:prSet presAssocID="{D5A398AD-5387-43E5-8ECA-B946FBE712F9}" presName="FourNodes_4" presStyleLbl="node1" presStyleIdx="3" presStyleCnt="4">
        <dgm:presLayoutVars>
          <dgm:bulletEnabled val="1"/>
        </dgm:presLayoutVars>
      </dgm:prSet>
      <dgm:spPr/>
    </dgm:pt>
    <dgm:pt modelId="{CDC3EE27-98C8-48B6-B6EB-4F9681ED621B}" type="pres">
      <dgm:prSet presAssocID="{D5A398AD-5387-43E5-8ECA-B946FBE712F9}" presName="FourConn_1-2" presStyleLbl="fgAccFollowNode1" presStyleIdx="0" presStyleCnt="3">
        <dgm:presLayoutVars>
          <dgm:bulletEnabled val="1"/>
        </dgm:presLayoutVars>
      </dgm:prSet>
      <dgm:spPr/>
    </dgm:pt>
    <dgm:pt modelId="{21A7817D-CA69-4E64-8EB9-D1F91550613D}" type="pres">
      <dgm:prSet presAssocID="{D5A398AD-5387-43E5-8ECA-B946FBE712F9}" presName="FourConn_2-3" presStyleLbl="fgAccFollowNode1" presStyleIdx="1" presStyleCnt="3">
        <dgm:presLayoutVars>
          <dgm:bulletEnabled val="1"/>
        </dgm:presLayoutVars>
      </dgm:prSet>
      <dgm:spPr/>
    </dgm:pt>
    <dgm:pt modelId="{2D45BCEC-759C-40DD-A4E4-9744EF3BE71A}" type="pres">
      <dgm:prSet presAssocID="{D5A398AD-5387-43E5-8ECA-B946FBE712F9}" presName="FourConn_3-4" presStyleLbl="fgAccFollowNode1" presStyleIdx="2" presStyleCnt="3">
        <dgm:presLayoutVars>
          <dgm:bulletEnabled val="1"/>
        </dgm:presLayoutVars>
      </dgm:prSet>
      <dgm:spPr/>
    </dgm:pt>
    <dgm:pt modelId="{40DD20A7-8CF0-49CF-BECC-538CC895A401}" type="pres">
      <dgm:prSet presAssocID="{D5A398AD-5387-43E5-8ECA-B946FBE712F9}" presName="FourNodes_1_text" presStyleLbl="node1" presStyleIdx="3" presStyleCnt="4">
        <dgm:presLayoutVars>
          <dgm:bulletEnabled val="1"/>
        </dgm:presLayoutVars>
      </dgm:prSet>
      <dgm:spPr/>
    </dgm:pt>
    <dgm:pt modelId="{E5617B79-1EBD-426F-943C-021064484ACD}" type="pres">
      <dgm:prSet presAssocID="{D5A398AD-5387-43E5-8ECA-B946FBE712F9}" presName="FourNodes_2_text" presStyleLbl="node1" presStyleIdx="3" presStyleCnt="4">
        <dgm:presLayoutVars>
          <dgm:bulletEnabled val="1"/>
        </dgm:presLayoutVars>
      </dgm:prSet>
      <dgm:spPr/>
    </dgm:pt>
    <dgm:pt modelId="{E63F5F4F-E9BF-4A47-B52D-7BECD21FB441}" type="pres">
      <dgm:prSet presAssocID="{D5A398AD-5387-43E5-8ECA-B946FBE712F9}" presName="FourNodes_3_text" presStyleLbl="node1" presStyleIdx="3" presStyleCnt="4">
        <dgm:presLayoutVars>
          <dgm:bulletEnabled val="1"/>
        </dgm:presLayoutVars>
      </dgm:prSet>
      <dgm:spPr/>
    </dgm:pt>
    <dgm:pt modelId="{DA724C6A-B849-4E11-B156-75157C1D517C}" type="pres">
      <dgm:prSet presAssocID="{D5A398AD-5387-43E5-8ECA-B946FBE712F9}" presName="FourNodes_4_text" presStyleLbl="node1" presStyleIdx="3" presStyleCnt="4">
        <dgm:presLayoutVars>
          <dgm:bulletEnabled val="1"/>
        </dgm:presLayoutVars>
      </dgm:prSet>
      <dgm:spPr/>
    </dgm:pt>
  </dgm:ptLst>
  <dgm:cxnLst>
    <dgm:cxn modelId="{D7ACD00F-64F5-4EA1-AF29-5F54E77376C0}" type="presOf" srcId="{5FA5E1EF-416D-4B41-83BA-BEB7E069C187}" destId="{DAF30F41-B067-4556-B89D-94ED1ADC4880}" srcOrd="0" destOrd="0" presId="urn:microsoft.com/office/officeart/2005/8/layout/vProcess5"/>
    <dgm:cxn modelId="{BC30981D-89C4-4640-9798-E1A04C0164E1}" srcId="{D5A398AD-5387-43E5-8ECA-B946FBE712F9}" destId="{8364ACAE-84FD-49BA-9121-5C3D8B992DFF}" srcOrd="3" destOrd="0" parTransId="{F4F3D18E-C392-4804-80E6-8B41B4389BE5}" sibTransId="{2202BD72-6528-4481-8ABE-26F9024DD58A}"/>
    <dgm:cxn modelId="{3BF21922-3363-4241-88C2-9B6C687E7F46}" type="presOf" srcId="{8364ACAE-84FD-49BA-9121-5C3D8B992DFF}" destId="{86B7EF1E-4A84-4E60-840B-F7069E95E37F}" srcOrd="0" destOrd="0" presId="urn:microsoft.com/office/officeart/2005/8/layout/vProcess5"/>
    <dgm:cxn modelId="{15A7DC49-49F2-41A0-BE14-3AC62E23C0CC}" type="presOf" srcId="{231FAFF3-CD5A-4B53-8BA2-B15A64C188EC}" destId="{CDC3EE27-98C8-48B6-B6EB-4F9681ED621B}" srcOrd="0" destOrd="0" presId="urn:microsoft.com/office/officeart/2005/8/layout/vProcess5"/>
    <dgm:cxn modelId="{58E7FE4C-FCD6-4B94-A2C4-EF9EE2B70463}" type="presOf" srcId="{907895BF-61D2-4FA8-934B-AD9B6E5472C4}" destId="{40DD20A7-8CF0-49CF-BECC-538CC895A401}" srcOrd="1" destOrd="0" presId="urn:microsoft.com/office/officeart/2005/8/layout/vProcess5"/>
    <dgm:cxn modelId="{2C135874-D11F-4540-A446-240A9C0F40A5}" type="presOf" srcId="{7BF31C9A-D979-4F1D-94D5-D64C64736270}" destId="{21A7817D-CA69-4E64-8EB9-D1F91550613D}" srcOrd="0" destOrd="0" presId="urn:microsoft.com/office/officeart/2005/8/layout/vProcess5"/>
    <dgm:cxn modelId="{02D7E38F-50B3-4C7C-B92D-196795F79748}" type="presOf" srcId="{89BE078A-3C99-4113-B642-03D1EB0B7DA1}" destId="{391190A3-5C70-4DE1-BC94-B30DC8B07857}" srcOrd="0" destOrd="0" presId="urn:microsoft.com/office/officeart/2005/8/layout/vProcess5"/>
    <dgm:cxn modelId="{7F66B796-FC36-49D8-B390-9165B05E8A40}" type="presOf" srcId="{D5A398AD-5387-43E5-8ECA-B946FBE712F9}" destId="{2C0B367B-C7E4-40DF-9700-344F0820DF67}" srcOrd="0" destOrd="0" presId="urn:microsoft.com/office/officeart/2005/8/layout/vProcess5"/>
    <dgm:cxn modelId="{A685EDB3-6357-4EE5-9164-98D17553CAFA}" srcId="{D5A398AD-5387-43E5-8ECA-B946FBE712F9}" destId="{907895BF-61D2-4FA8-934B-AD9B6E5472C4}" srcOrd="0" destOrd="0" parTransId="{9A821638-CE6A-4731-B12B-6548CF1D3B5A}" sibTransId="{231FAFF3-CD5A-4B53-8BA2-B15A64C188EC}"/>
    <dgm:cxn modelId="{803144BF-5C58-48CF-B238-2EE8E661B436}" type="presOf" srcId="{9F67E0B8-A519-4895-B63C-A47F45281E05}" destId="{2D45BCEC-759C-40DD-A4E4-9744EF3BE71A}" srcOrd="0" destOrd="0" presId="urn:microsoft.com/office/officeart/2005/8/layout/vProcess5"/>
    <dgm:cxn modelId="{A74316C0-6D0D-4A08-9BB5-E9B162EA4AE6}" srcId="{D5A398AD-5387-43E5-8ECA-B946FBE712F9}" destId="{5FA5E1EF-416D-4B41-83BA-BEB7E069C187}" srcOrd="1" destOrd="0" parTransId="{620C918F-00B3-44F5-8DF8-15A1DCAD4E38}" sibTransId="{7BF31C9A-D979-4F1D-94D5-D64C64736270}"/>
    <dgm:cxn modelId="{2110ABE7-CF1F-4DA8-A7C5-C9B397064DC5}" type="presOf" srcId="{907895BF-61D2-4FA8-934B-AD9B6E5472C4}" destId="{D1B0FBF7-75DC-4856-9F5A-05A013C4FA21}" srcOrd="0" destOrd="0" presId="urn:microsoft.com/office/officeart/2005/8/layout/vProcess5"/>
    <dgm:cxn modelId="{D270A6EF-40CB-4659-9BF4-70FB751EED96}" type="presOf" srcId="{89BE078A-3C99-4113-B642-03D1EB0B7DA1}" destId="{E63F5F4F-E9BF-4A47-B52D-7BECD21FB441}" srcOrd="1" destOrd="0" presId="urn:microsoft.com/office/officeart/2005/8/layout/vProcess5"/>
    <dgm:cxn modelId="{0FF175F6-B5E6-4363-B2D2-668FE4FCEDD9}" srcId="{D5A398AD-5387-43E5-8ECA-B946FBE712F9}" destId="{89BE078A-3C99-4113-B642-03D1EB0B7DA1}" srcOrd="2" destOrd="0" parTransId="{321E48BD-0C7E-4BC1-9AB4-63B94D3D78CB}" sibTransId="{9F67E0B8-A519-4895-B63C-A47F45281E05}"/>
    <dgm:cxn modelId="{E851B6F6-CCF3-406C-A521-334C726BEE90}" type="presOf" srcId="{8364ACAE-84FD-49BA-9121-5C3D8B992DFF}" destId="{DA724C6A-B849-4E11-B156-75157C1D517C}" srcOrd="1" destOrd="0" presId="urn:microsoft.com/office/officeart/2005/8/layout/vProcess5"/>
    <dgm:cxn modelId="{7F49DAFF-99D6-4392-AE8A-3329C58CA604}" type="presOf" srcId="{5FA5E1EF-416D-4B41-83BA-BEB7E069C187}" destId="{E5617B79-1EBD-426F-943C-021064484ACD}" srcOrd="1" destOrd="0" presId="urn:microsoft.com/office/officeart/2005/8/layout/vProcess5"/>
    <dgm:cxn modelId="{C1D58921-5636-48AD-B112-EC79136AEE9B}" type="presParOf" srcId="{2C0B367B-C7E4-40DF-9700-344F0820DF67}" destId="{7422EA8E-82F1-4A64-8A92-E42B79BDD11E}" srcOrd="0" destOrd="0" presId="urn:microsoft.com/office/officeart/2005/8/layout/vProcess5"/>
    <dgm:cxn modelId="{3A0A79D3-C908-4B38-814F-E5FF924D2509}" type="presParOf" srcId="{2C0B367B-C7E4-40DF-9700-344F0820DF67}" destId="{D1B0FBF7-75DC-4856-9F5A-05A013C4FA21}" srcOrd="1" destOrd="0" presId="urn:microsoft.com/office/officeart/2005/8/layout/vProcess5"/>
    <dgm:cxn modelId="{073A8418-DC74-42BE-A10B-3D92CA6BE414}" type="presParOf" srcId="{2C0B367B-C7E4-40DF-9700-344F0820DF67}" destId="{DAF30F41-B067-4556-B89D-94ED1ADC4880}" srcOrd="2" destOrd="0" presId="urn:microsoft.com/office/officeart/2005/8/layout/vProcess5"/>
    <dgm:cxn modelId="{0BB016FB-A0BF-4FC1-890C-0C562836C4B8}" type="presParOf" srcId="{2C0B367B-C7E4-40DF-9700-344F0820DF67}" destId="{391190A3-5C70-4DE1-BC94-B30DC8B07857}" srcOrd="3" destOrd="0" presId="urn:microsoft.com/office/officeart/2005/8/layout/vProcess5"/>
    <dgm:cxn modelId="{48594D81-5B03-40F7-8B47-717A190AAA42}" type="presParOf" srcId="{2C0B367B-C7E4-40DF-9700-344F0820DF67}" destId="{86B7EF1E-4A84-4E60-840B-F7069E95E37F}" srcOrd="4" destOrd="0" presId="urn:microsoft.com/office/officeart/2005/8/layout/vProcess5"/>
    <dgm:cxn modelId="{DF403018-4377-4110-A984-61CAAF7CCB6B}" type="presParOf" srcId="{2C0B367B-C7E4-40DF-9700-344F0820DF67}" destId="{CDC3EE27-98C8-48B6-B6EB-4F9681ED621B}" srcOrd="5" destOrd="0" presId="urn:microsoft.com/office/officeart/2005/8/layout/vProcess5"/>
    <dgm:cxn modelId="{B3DB7EE9-6FA2-4BF5-BC49-D54B181B18A4}" type="presParOf" srcId="{2C0B367B-C7E4-40DF-9700-344F0820DF67}" destId="{21A7817D-CA69-4E64-8EB9-D1F91550613D}" srcOrd="6" destOrd="0" presId="urn:microsoft.com/office/officeart/2005/8/layout/vProcess5"/>
    <dgm:cxn modelId="{25BEFE98-AC2D-49D8-A2B3-F21628D6D82C}" type="presParOf" srcId="{2C0B367B-C7E4-40DF-9700-344F0820DF67}" destId="{2D45BCEC-759C-40DD-A4E4-9744EF3BE71A}" srcOrd="7" destOrd="0" presId="urn:microsoft.com/office/officeart/2005/8/layout/vProcess5"/>
    <dgm:cxn modelId="{ED2F6F36-FFDF-4BD4-9423-BADC78D32E87}" type="presParOf" srcId="{2C0B367B-C7E4-40DF-9700-344F0820DF67}" destId="{40DD20A7-8CF0-49CF-BECC-538CC895A401}" srcOrd="8" destOrd="0" presId="urn:microsoft.com/office/officeart/2005/8/layout/vProcess5"/>
    <dgm:cxn modelId="{8016E791-A505-4019-B028-4A38077277D9}" type="presParOf" srcId="{2C0B367B-C7E4-40DF-9700-344F0820DF67}" destId="{E5617B79-1EBD-426F-943C-021064484ACD}" srcOrd="9" destOrd="0" presId="urn:microsoft.com/office/officeart/2005/8/layout/vProcess5"/>
    <dgm:cxn modelId="{B1EA147D-9856-4266-9376-B0FDF6DE88CD}" type="presParOf" srcId="{2C0B367B-C7E4-40DF-9700-344F0820DF67}" destId="{E63F5F4F-E9BF-4A47-B52D-7BECD21FB441}" srcOrd="10" destOrd="0" presId="urn:microsoft.com/office/officeart/2005/8/layout/vProcess5"/>
    <dgm:cxn modelId="{23E1AA60-1982-44B4-8A7A-95B10B747D83}" type="presParOf" srcId="{2C0B367B-C7E4-40DF-9700-344F0820DF67}" destId="{DA724C6A-B849-4E11-B156-75157C1D517C}"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D9FFFC7-4E08-4F71-A144-B5BE90BA0595}"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EE02B792-115D-4DF1-A834-1AC7EA631D41}">
      <dgm:prSet/>
      <dgm:spPr/>
      <dgm:t>
        <a:bodyPr/>
        <a:lstStyle/>
        <a:p>
          <a:r>
            <a:rPr lang="en-US" b="1" dirty="0"/>
            <a:t>Model Simplicity Linear Regression</a:t>
          </a:r>
          <a:endParaRPr lang="en-US" dirty="0"/>
        </a:p>
      </dgm:t>
    </dgm:pt>
    <dgm:pt modelId="{512A30C1-DA92-4FB9-9258-A9DAA0CE8DB8}" type="parTrans" cxnId="{4A824F35-8F50-45C6-8FDD-868C5CCFA1AD}">
      <dgm:prSet/>
      <dgm:spPr/>
      <dgm:t>
        <a:bodyPr/>
        <a:lstStyle/>
        <a:p>
          <a:endParaRPr lang="en-US"/>
        </a:p>
      </dgm:t>
    </dgm:pt>
    <dgm:pt modelId="{A3A4204E-3E50-4AA3-A4B7-31A6BFE8C9FD}" type="sibTrans" cxnId="{4A824F35-8F50-45C6-8FDD-868C5CCFA1AD}">
      <dgm:prSet/>
      <dgm:spPr/>
      <dgm:t>
        <a:bodyPr/>
        <a:lstStyle/>
        <a:p>
          <a:endParaRPr lang="en-US"/>
        </a:p>
      </dgm:t>
    </dgm:pt>
    <dgm:pt modelId="{08B865D2-83C2-463D-A5DC-191FC32ED542}">
      <dgm:prSet/>
      <dgm:spPr/>
      <dgm:t>
        <a:bodyPr/>
        <a:lstStyle/>
        <a:p>
          <a:pPr>
            <a:defRPr cap="all"/>
          </a:pPr>
          <a:r>
            <a:rPr lang="en-US" b="1" dirty="0"/>
            <a:t>Overfitting Prevention Ridge Regression</a:t>
          </a:r>
          <a:endParaRPr lang="en-US" dirty="0"/>
        </a:p>
      </dgm:t>
    </dgm:pt>
    <dgm:pt modelId="{4C2FC0C1-FFD5-4AB2-BF5C-1167B7C8393B}" type="parTrans" cxnId="{A0C46864-BEFA-4D69-B8BF-B6C41CFFAB6F}">
      <dgm:prSet/>
      <dgm:spPr/>
      <dgm:t>
        <a:bodyPr/>
        <a:lstStyle/>
        <a:p>
          <a:endParaRPr lang="en-US"/>
        </a:p>
      </dgm:t>
    </dgm:pt>
    <dgm:pt modelId="{74D3A9A5-803F-4424-9CDF-BE1C7D1DBB7F}" type="sibTrans" cxnId="{A0C46864-BEFA-4D69-B8BF-B6C41CFFAB6F}">
      <dgm:prSet/>
      <dgm:spPr/>
      <dgm:t>
        <a:bodyPr/>
        <a:lstStyle/>
        <a:p>
          <a:endParaRPr lang="en-US"/>
        </a:p>
      </dgm:t>
    </dgm:pt>
    <dgm:pt modelId="{33859933-178A-4FB2-97F9-FDC87A1BB9EA}">
      <dgm:prSet/>
      <dgm:spPr/>
      <dgm:t>
        <a:bodyPr/>
        <a:lstStyle/>
        <a:p>
          <a:pPr>
            <a:defRPr cap="all"/>
          </a:pPr>
          <a:r>
            <a:rPr lang="en-US" dirty="0"/>
            <a:t>Evaluation metrics (RMSE, R²) offer complete performance insight</a:t>
          </a:r>
        </a:p>
      </dgm:t>
    </dgm:pt>
    <dgm:pt modelId="{16D3CAA1-D9F2-410E-B921-DD46D2289D15}" type="parTrans" cxnId="{63F73FD5-2088-4E4F-A88A-2DDE67BDE93F}">
      <dgm:prSet/>
      <dgm:spPr/>
      <dgm:t>
        <a:bodyPr/>
        <a:lstStyle/>
        <a:p>
          <a:endParaRPr lang="en-US"/>
        </a:p>
      </dgm:t>
    </dgm:pt>
    <dgm:pt modelId="{0B72F062-B870-466F-9C85-970D3FE899E6}" type="sibTrans" cxnId="{63F73FD5-2088-4E4F-A88A-2DDE67BDE93F}">
      <dgm:prSet/>
      <dgm:spPr/>
      <dgm:t>
        <a:bodyPr/>
        <a:lstStyle/>
        <a:p>
          <a:endParaRPr lang="en-US"/>
        </a:p>
      </dgm:t>
    </dgm:pt>
    <dgm:pt modelId="{2152D043-D69D-45A8-AD03-0251417C7746}">
      <dgm:prSet/>
      <dgm:spPr/>
      <dgm:t>
        <a:bodyPr/>
        <a:lstStyle/>
        <a:p>
          <a:pPr>
            <a:defRPr cap="all"/>
          </a:pPr>
          <a:r>
            <a:rPr lang="en-US" dirty="0"/>
            <a:t>Validation improves reliability of user-facing apps</a:t>
          </a:r>
        </a:p>
      </dgm:t>
    </dgm:pt>
    <dgm:pt modelId="{6FEBC578-9659-45A2-A8C1-DBABCF1690AC}" type="parTrans" cxnId="{7F65BE7C-6A69-4DAA-B2B7-394DF606A0D2}">
      <dgm:prSet/>
      <dgm:spPr/>
      <dgm:t>
        <a:bodyPr/>
        <a:lstStyle/>
        <a:p>
          <a:endParaRPr lang="en-US"/>
        </a:p>
      </dgm:t>
    </dgm:pt>
    <dgm:pt modelId="{813F1F68-CC10-4024-AB54-40F70D29DF32}" type="sibTrans" cxnId="{7F65BE7C-6A69-4DAA-B2B7-394DF606A0D2}">
      <dgm:prSet/>
      <dgm:spPr/>
      <dgm:t>
        <a:bodyPr/>
        <a:lstStyle/>
        <a:p>
          <a:endParaRPr lang="en-US"/>
        </a:p>
      </dgm:t>
    </dgm:pt>
    <dgm:pt modelId="{50677988-617A-4ADB-BFBF-D1633D3974EA}">
      <dgm:prSet/>
      <dgm:spPr/>
      <dgm:t>
        <a:bodyPr/>
        <a:lstStyle/>
        <a:p>
          <a:pPr>
            <a:defRPr cap="all"/>
          </a:pPr>
          <a:r>
            <a:rPr lang="en-US" dirty="0"/>
            <a:t>A clean pipeline ensures reproducible results</a:t>
          </a:r>
        </a:p>
      </dgm:t>
    </dgm:pt>
    <dgm:pt modelId="{13E5698E-EF21-4C85-87D7-D93BBF037DDC}" type="parTrans" cxnId="{35BC8712-7777-493C-A3EA-59AAFA0E68EE}">
      <dgm:prSet/>
      <dgm:spPr/>
      <dgm:t>
        <a:bodyPr/>
        <a:lstStyle/>
        <a:p>
          <a:endParaRPr lang="en-US"/>
        </a:p>
      </dgm:t>
    </dgm:pt>
    <dgm:pt modelId="{011D1986-83F5-40D6-AF6A-91AC95C092F6}" type="sibTrans" cxnId="{35BC8712-7777-493C-A3EA-59AAFA0E68EE}">
      <dgm:prSet/>
      <dgm:spPr/>
      <dgm:t>
        <a:bodyPr/>
        <a:lstStyle/>
        <a:p>
          <a:endParaRPr lang="en-US"/>
        </a:p>
      </dgm:t>
    </dgm:pt>
    <dgm:pt modelId="{0D165EF6-839A-426A-BABE-FCCC94E86CB0}" type="pres">
      <dgm:prSet presAssocID="{0D9FFFC7-4E08-4F71-A144-B5BE90BA0595}" presName="root" presStyleCnt="0">
        <dgm:presLayoutVars>
          <dgm:dir/>
          <dgm:resizeHandles val="exact"/>
        </dgm:presLayoutVars>
      </dgm:prSet>
      <dgm:spPr/>
    </dgm:pt>
    <dgm:pt modelId="{E30C02F9-0D24-4D95-8DBF-ACCDAFC169A6}" type="pres">
      <dgm:prSet presAssocID="{EE02B792-115D-4DF1-A834-1AC7EA631D41}" presName="compNode" presStyleCnt="0"/>
      <dgm:spPr/>
    </dgm:pt>
    <dgm:pt modelId="{CFE3A7D9-61B5-4B97-83A7-46E4F12C0485}" type="pres">
      <dgm:prSet presAssocID="{EE02B792-115D-4DF1-A834-1AC7EA631D41}" presName="iconBgRect" presStyleLbl="bgShp" presStyleIdx="0" presStyleCnt="5"/>
      <dgm:spPr>
        <a:prstGeom prst="round2DiagRect">
          <a:avLst>
            <a:gd name="adj1" fmla="val 29727"/>
            <a:gd name="adj2" fmla="val 0"/>
          </a:avLst>
        </a:prstGeom>
      </dgm:spPr>
    </dgm:pt>
    <dgm:pt modelId="{28B5E545-A05F-43B8-B5E3-4787E971D8D5}" type="pres">
      <dgm:prSet presAssocID="{EE02B792-115D-4DF1-A834-1AC7EA631D4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F8462369-5A80-417E-BB77-DE9C9030A20A}" type="pres">
      <dgm:prSet presAssocID="{EE02B792-115D-4DF1-A834-1AC7EA631D41}" presName="spaceRect" presStyleCnt="0"/>
      <dgm:spPr/>
    </dgm:pt>
    <dgm:pt modelId="{2C42BD65-137F-447C-A68A-1195070075EF}" type="pres">
      <dgm:prSet presAssocID="{EE02B792-115D-4DF1-A834-1AC7EA631D41}" presName="textRect" presStyleLbl="revTx" presStyleIdx="0" presStyleCnt="5">
        <dgm:presLayoutVars>
          <dgm:chMax val="1"/>
          <dgm:chPref val="1"/>
        </dgm:presLayoutVars>
      </dgm:prSet>
      <dgm:spPr/>
    </dgm:pt>
    <dgm:pt modelId="{D815AC3B-4A64-40FF-9F1C-6772A3CF8679}" type="pres">
      <dgm:prSet presAssocID="{A3A4204E-3E50-4AA3-A4B7-31A6BFE8C9FD}" presName="sibTrans" presStyleCnt="0"/>
      <dgm:spPr/>
    </dgm:pt>
    <dgm:pt modelId="{857F6629-69C5-450E-AF8C-491650835761}" type="pres">
      <dgm:prSet presAssocID="{08B865D2-83C2-463D-A5DC-191FC32ED542}" presName="compNode" presStyleCnt="0"/>
      <dgm:spPr/>
    </dgm:pt>
    <dgm:pt modelId="{667B9DF3-BBA6-4DD8-A4C4-A00A42F2EE06}" type="pres">
      <dgm:prSet presAssocID="{08B865D2-83C2-463D-A5DC-191FC32ED542}" presName="iconBgRect" presStyleLbl="bgShp" presStyleIdx="1" presStyleCnt="5"/>
      <dgm:spPr>
        <a:prstGeom prst="round2DiagRect">
          <a:avLst>
            <a:gd name="adj1" fmla="val 29727"/>
            <a:gd name="adj2" fmla="val 0"/>
          </a:avLst>
        </a:prstGeom>
      </dgm:spPr>
    </dgm:pt>
    <dgm:pt modelId="{739DF077-87EA-490B-BA56-C61C66806B3C}" type="pres">
      <dgm:prSet presAssocID="{08B865D2-83C2-463D-A5DC-191FC32ED54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A564EE22-75EB-4329-8F1F-328375F5EBFA}" type="pres">
      <dgm:prSet presAssocID="{08B865D2-83C2-463D-A5DC-191FC32ED542}" presName="spaceRect" presStyleCnt="0"/>
      <dgm:spPr/>
    </dgm:pt>
    <dgm:pt modelId="{21AB019B-8733-4947-B016-8E0416C77B7B}" type="pres">
      <dgm:prSet presAssocID="{08B865D2-83C2-463D-A5DC-191FC32ED542}" presName="textRect" presStyleLbl="revTx" presStyleIdx="1" presStyleCnt="5">
        <dgm:presLayoutVars>
          <dgm:chMax val="1"/>
          <dgm:chPref val="1"/>
        </dgm:presLayoutVars>
      </dgm:prSet>
      <dgm:spPr/>
    </dgm:pt>
    <dgm:pt modelId="{3731BFE5-671E-4637-99F6-413349200A99}" type="pres">
      <dgm:prSet presAssocID="{74D3A9A5-803F-4424-9CDF-BE1C7D1DBB7F}" presName="sibTrans" presStyleCnt="0"/>
      <dgm:spPr/>
    </dgm:pt>
    <dgm:pt modelId="{4E94E325-1AE6-4311-85B8-3C0067205324}" type="pres">
      <dgm:prSet presAssocID="{33859933-178A-4FB2-97F9-FDC87A1BB9EA}" presName="compNode" presStyleCnt="0"/>
      <dgm:spPr/>
    </dgm:pt>
    <dgm:pt modelId="{EC0803D1-53B2-4DD3-A545-507A39821EA8}" type="pres">
      <dgm:prSet presAssocID="{33859933-178A-4FB2-97F9-FDC87A1BB9EA}" presName="iconBgRect" presStyleLbl="bgShp" presStyleIdx="2" presStyleCnt="5"/>
      <dgm:spPr>
        <a:prstGeom prst="round2DiagRect">
          <a:avLst>
            <a:gd name="adj1" fmla="val 29727"/>
            <a:gd name="adj2" fmla="val 0"/>
          </a:avLst>
        </a:prstGeom>
      </dgm:spPr>
    </dgm:pt>
    <dgm:pt modelId="{5619F447-33AE-4CD9-B868-545AF7D9EF5E}" type="pres">
      <dgm:prSet presAssocID="{33859933-178A-4FB2-97F9-FDC87A1BB9E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r"/>
        </a:ext>
      </dgm:extLst>
    </dgm:pt>
    <dgm:pt modelId="{49375C61-9AF3-4A81-A90E-A74240D493BE}" type="pres">
      <dgm:prSet presAssocID="{33859933-178A-4FB2-97F9-FDC87A1BB9EA}" presName="spaceRect" presStyleCnt="0"/>
      <dgm:spPr/>
    </dgm:pt>
    <dgm:pt modelId="{2C2C0AC6-7E04-4F08-8693-C348C22CE6B4}" type="pres">
      <dgm:prSet presAssocID="{33859933-178A-4FB2-97F9-FDC87A1BB9EA}" presName="textRect" presStyleLbl="revTx" presStyleIdx="2" presStyleCnt="5">
        <dgm:presLayoutVars>
          <dgm:chMax val="1"/>
          <dgm:chPref val="1"/>
        </dgm:presLayoutVars>
      </dgm:prSet>
      <dgm:spPr/>
    </dgm:pt>
    <dgm:pt modelId="{A269F90F-F564-407A-8B16-DCC2D6266D69}" type="pres">
      <dgm:prSet presAssocID="{0B72F062-B870-466F-9C85-970D3FE899E6}" presName="sibTrans" presStyleCnt="0"/>
      <dgm:spPr/>
    </dgm:pt>
    <dgm:pt modelId="{6638801C-67F6-4BE1-9709-DFDAFFCF2E9A}" type="pres">
      <dgm:prSet presAssocID="{2152D043-D69D-45A8-AD03-0251417C7746}" presName="compNode" presStyleCnt="0"/>
      <dgm:spPr/>
    </dgm:pt>
    <dgm:pt modelId="{8BC75E0D-C770-4C59-B564-872BA8B662B3}" type="pres">
      <dgm:prSet presAssocID="{2152D043-D69D-45A8-AD03-0251417C7746}" presName="iconBgRect" presStyleLbl="bgShp" presStyleIdx="3" presStyleCnt="5"/>
      <dgm:spPr>
        <a:prstGeom prst="round2DiagRect">
          <a:avLst>
            <a:gd name="adj1" fmla="val 29727"/>
            <a:gd name="adj2" fmla="val 0"/>
          </a:avLst>
        </a:prstGeom>
      </dgm:spPr>
    </dgm:pt>
    <dgm:pt modelId="{97D5A0A3-82D3-44BE-BA08-32E4842E3D03}" type="pres">
      <dgm:prSet presAssocID="{2152D043-D69D-45A8-AD03-0251417C774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b Design"/>
        </a:ext>
      </dgm:extLst>
    </dgm:pt>
    <dgm:pt modelId="{1272095E-0A99-44B3-845B-4A2ECFDF891F}" type="pres">
      <dgm:prSet presAssocID="{2152D043-D69D-45A8-AD03-0251417C7746}" presName="spaceRect" presStyleCnt="0"/>
      <dgm:spPr/>
    </dgm:pt>
    <dgm:pt modelId="{FDE72155-5F1A-46D2-BAE1-519A611E0DF8}" type="pres">
      <dgm:prSet presAssocID="{2152D043-D69D-45A8-AD03-0251417C7746}" presName="textRect" presStyleLbl="revTx" presStyleIdx="3" presStyleCnt="5">
        <dgm:presLayoutVars>
          <dgm:chMax val="1"/>
          <dgm:chPref val="1"/>
        </dgm:presLayoutVars>
      </dgm:prSet>
      <dgm:spPr/>
    </dgm:pt>
    <dgm:pt modelId="{07CF0860-3CA4-4A01-9FD4-6CEC360F8D65}" type="pres">
      <dgm:prSet presAssocID="{813F1F68-CC10-4024-AB54-40F70D29DF32}" presName="sibTrans" presStyleCnt="0"/>
      <dgm:spPr/>
    </dgm:pt>
    <dgm:pt modelId="{2AFABCD8-D75C-4ACD-8545-C29BA044E602}" type="pres">
      <dgm:prSet presAssocID="{50677988-617A-4ADB-BFBF-D1633D3974EA}" presName="compNode" presStyleCnt="0"/>
      <dgm:spPr/>
    </dgm:pt>
    <dgm:pt modelId="{84D87051-C8AE-4714-B0F4-EDAAB30FF190}" type="pres">
      <dgm:prSet presAssocID="{50677988-617A-4ADB-BFBF-D1633D3974EA}" presName="iconBgRect" presStyleLbl="bgShp" presStyleIdx="4" presStyleCnt="5"/>
      <dgm:spPr>
        <a:prstGeom prst="round2DiagRect">
          <a:avLst>
            <a:gd name="adj1" fmla="val 29727"/>
            <a:gd name="adj2" fmla="val 0"/>
          </a:avLst>
        </a:prstGeom>
      </dgm:spPr>
    </dgm:pt>
    <dgm:pt modelId="{3EE8428A-21A9-470E-B7C4-3479E268812B}" type="pres">
      <dgm:prSet presAssocID="{50677988-617A-4ADB-BFBF-D1633D3974E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r chart"/>
        </a:ext>
      </dgm:extLst>
    </dgm:pt>
    <dgm:pt modelId="{F659C31D-DFF4-4A08-B2FD-D7659F8491F0}" type="pres">
      <dgm:prSet presAssocID="{50677988-617A-4ADB-BFBF-D1633D3974EA}" presName="spaceRect" presStyleCnt="0"/>
      <dgm:spPr/>
    </dgm:pt>
    <dgm:pt modelId="{20109B7F-0A23-457B-8C81-28F39F041276}" type="pres">
      <dgm:prSet presAssocID="{50677988-617A-4ADB-BFBF-D1633D3974EA}" presName="textRect" presStyleLbl="revTx" presStyleIdx="4" presStyleCnt="5">
        <dgm:presLayoutVars>
          <dgm:chMax val="1"/>
          <dgm:chPref val="1"/>
        </dgm:presLayoutVars>
      </dgm:prSet>
      <dgm:spPr/>
    </dgm:pt>
  </dgm:ptLst>
  <dgm:cxnLst>
    <dgm:cxn modelId="{063E0912-0E73-4D27-9C66-55D6DFFE1609}" type="presOf" srcId="{2152D043-D69D-45A8-AD03-0251417C7746}" destId="{FDE72155-5F1A-46D2-BAE1-519A611E0DF8}" srcOrd="0" destOrd="0" presId="urn:microsoft.com/office/officeart/2018/5/layout/IconLeafLabelList"/>
    <dgm:cxn modelId="{35BC8712-7777-493C-A3EA-59AAFA0E68EE}" srcId="{0D9FFFC7-4E08-4F71-A144-B5BE90BA0595}" destId="{50677988-617A-4ADB-BFBF-D1633D3974EA}" srcOrd="4" destOrd="0" parTransId="{13E5698E-EF21-4C85-87D7-D93BBF037DDC}" sibTransId="{011D1986-83F5-40D6-AF6A-91AC95C092F6}"/>
    <dgm:cxn modelId="{991C7318-CC60-449F-B71F-FB2836AE3CC9}" type="presOf" srcId="{33859933-178A-4FB2-97F9-FDC87A1BB9EA}" destId="{2C2C0AC6-7E04-4F08-8693-C348C22CE6B4}" srcOrd="0" destOrd="0" presId="urn:microsoft.com/office/officeart/2018/5/layout/IconLeafLabelList"/>
    <dgm:cxn modelId="{4A824F35-8F50-45C6-8FDD-868C5CCFA1AD}" srcId="{0D9FFFC7-4E08-4F71-A144-B5BE90BA0595}" destId="{EE02B792-115D-4DF1-A834-1AC7EA631D41}" srcOrd="0" destOrd="0" parTransId="{512A30C1-DA92-4FB9-9258-A9DAA0CE8DB8}" sibTransId="{A3A4204E-3E50-4AA3-A4B7-31A6BFE8C9FD}"/>
    <dgm:cxn modelId="{5CAB405C-DC34-47CB-AE4F-6941C6AC66E4}" type="presOf" srcId="{EE02B792-115D-4DF1-A834-1AC7EA631D41}" destId="{2C42BD65-137F-447C-A68A-1195070075EF}" srcOrd="0" destOrd="0" presId="urn:microsoft.com/office/officeart/2018/5/layout/IconLeafLabelList"/>
    <dgm:cxn modelId="{A0C46864-BEFA-4D69-B8BF-B6C41CFFAB6F}" srcId="{0D9FFFC7-4E08-4F71-A144-B5BE90BA0595}" destId="{08B865D2-83C2-463D-A5DC-191FC32ED542}" srcOrd="1" destOrd="0" parTransId="{4C2FC0C1-FFD5-4AB2-BF5C-1167B7C8393B}" sibTransId="{74D3A9A5-803F-4424-9CDF-BE1C7D1DBB7F}"/>
    <dgm:cxn modelId="{3482EE4C-6504-427E-9B1A-E4323D40A71C}" type="presOf" srcId="{50677988-617A-4ADB-BFBF-D1633D3974EA}" destId="{20109B7F-0A23-457B-8C81-28F39F041276}" srcOrd="0" destOrd="0" presId="urn:microsoft.com/office/officeart/2018/5/layout/IconLeafLabelList"/>
    <dgm:cxn modelId="{BB166253-BD56-44C3-AC30-8938BE2CDD71}" type="presOf" srcId="{08B865D2-83C2-463D-A5DC-191FC32ED542}" destId="{21AB019B-8733-4947-B016-8E0416C77B7B}" srcOrd="0" destOrd="0" presId="urn:microsoft.com/office/officeart/2018/5/layout/IconLeafLabelList"/>
    <dgm:cxn modelId="{C2AFED57-36C0-4717-8CF0-836749E8D06D}" type="presOf" srcId="{0D9FFFC7-4E08-4F71-A144-B5BE90BA0595}" destId="{0D165EF6-839A-426A-BABE-FCCC94E86CB0}" srcOrd="0" destOrd="0" presId="urn:microsoft.com/office/officeart/2018/5/layout/IconLeafLabelList"/>
    <dgm:cxn modelId="{7F65BE7C-6A69-4DAA-B2B7-394DF606A0D2}" srcId="{0D9FFFC7-4E08-4F71-A144-B5BE90BA0595}" destId="{2152D043-D69D-45A8-AD03-0251417C7746}" srcOrd="3" destOrd="0" parTransId="{6FEBC578-9659-45A2-A8C1-DBABCF1690AC}" sibTransId="{813F1F68-CC10-4024-AB54-40F70D29DF32}"/>
    <dgm:cxn modelId="{63F73FD5-2088-4E4F-A88A-2DDE67BDE93F}" srcId="{0D9FFFC7-4E08-4F71-A144-B5BE90BA0595}" destId="{33859933-178A-4FB2-97F9-FDC87A1BB9EA}" srcOrd="2" destOrd="0" parTransId="{16D3CAA1-D9F2-410E-B921-DD46D2289D15}" sibTransId="{0B72F062-B870-466F-9C85-970D3FE899E6}"/>
    <dgm:cxn modelId="{C728F308-39F0-4F8C-8F83-864B74A20896}" type="presParOf" srcId="{0D165EF6-839A-426A-BABE-FCCC94E86CB0}" destId="{E30C02F9-0D24-4D95-8DBF-ACCDAFC169A6}" srcOrd="0" destOrd="0" presId="urn:microsoft.com/office/officeart/2018/5/layout/IconLeafLabelList"/>
    <dgm:cxn modelId="{97CB2DFB-770E-4F1C-A065-3982BCDA93D4}" type="presParOf" srcId="{E30C02F9-0D24-4D95-8DBF-ACCDAFC169A6}" destId="{CFE3A7D9-61B5-4B97-83A7-46E4F12C0485}" srcOrd="0" destOrd="0" presId="urn:microsoft.com/office/officeart/2018/5/layout/IconLeafLabelList"/>
    <dgm:cxn modelId="{B359BD52-67DA-48A1-A263-43A32530771E}" type="presParOf" srcId="{E30C02F9-0D24-4D95-8DBF-ACCDAFC169A6}" destId="{28B5E545-A05F-43B8-B5E3-4787E971D8D5}" srcOrd="1" destOrd="0" presId="urn:microsoft.com/office/officeart/2018/5/layout/IconLeafLabelList"/>
    <dgm:cxn modelId="{4E6673DC-4725-4BDC-A5B2-D166D7124280}" type="presParOf" srcId="{E30C02F9-0D24-4D95-8DBF-ACCDAFC169A6}" destId="{F8462369-5A80-417E-BB77-DE9C9030A20A}" srcOrd="2" destOrd="0" presId="urn:microsoft.com/office/officeart/2018/5/layout/IconLeafLabelList"/>
    <dgm:cxn modelId="{2294F1ED-F189-44D2-AA82-686B69C646B3}" type="presParOf" srcId="{E30C02F9-0D24-4D95-8DBF-ACCDAFC169A6}" destId="{2C42BD65-137F-447C-A68A-1195070075EF}" srcOrd="3" destOrd="0" presId="urn:microsoft.com/office/officeart/2018/5/layout/IconLeafLabelList"/>
    <dgm:cxn modelId="{A5D4D2F9-53AD-4939-AD90-4ACEB64457EF}" type="presParOf" srcId="{0D165EF6-839A-426A-BABE-FCCC94E86CB0}" destId="{D815AC3B-4A64-40FF-9F1C-6772A3CF8679}" srcOrd="1" destOrd="0" presId="urn:microsoft.com/office/officeart/2018/5/layout/IconLeafLabelList"/>
    <dgm:cxn modelId="{FCBC90FB-8AE4-4A50-983C-314DF47024EF}" type="presParOf" srcId="{0D165EF6-839A-426A-BABE-FCCC94E86CB0}" destId="{857F6629-69C5-450E-AF8C-491650835761}" srcOrd="2" destOrd="0" presId="urn:microsoft.com/office/officeart/2018/5/layout/IconLeafLabelList"/>
    <dgm:cxn modelId="{C8335D38-2D73-419D-8F47-25A3421F5E63}" type="presParOf" srcId="{857F6629-69C5-450E-AF8C-491650835761}" destId="{667B9DF3-BBA6-4DD8-A4C4-A00A42F2EE06}" srcOrd="0" destOrd="0" presId="urn:microsoft.com/office/officeart/2018/5/layout/IconLeafLabelList"/>
    <dgm:cxn modelId="{A8D61B42-1933-4E76-9964-A298E2C812EF}" type="presParOf" srcId="{857F6629-69C5-450E-AF8C-491650835761}" destId="{739DF077-87EA-490B-BA56-C61C66806B3C}" srcOrd="1" destOrd="0" presId="urn:microsoft.com/office/officeart/2018/5/layout/IconLeafLabelList"/>
    <dgm:cxn modelId="{5269D88E-764C-41C7-B4EA-A18DE238EFA3}" type="presParOf" srcId="{857F6629-69C5-450E-AF8C-491650835761}" destId="{A564EE22-75EB-4329-8F1F-328375F5EBFA}" srcOrd="2" destOrd="0" presId="urn:microsoft.com/office/officeart/2018/5/layout/IconLeafLabelList"/>
    <dgm:cxn modelId="{9898E222-CD84-496F-BA9B-4479F644E2E0}" type="presParOf" srcId="{857F6629-69C5-450E-AF8C-491650835761}" destId="{21AB019B-8733-4947-B016-8E0416C77B7B}" srcOrd="3" destOrd="0" presId="urn:microsoft.com/office/officeart/2018/5/layout/IconLeafLabelList"/>
    <dgm:cxn modelId="{109BCE21-CC90-4147-870C-545DD4B56341}" type="presParOf" srcId="{0D165EF6-839A-426A-BABE-FCCC94E86CB0}" destId="{3731BFE5-671E-4637-99F6-413349200A99}" srcOrd="3" destOrd="0" presId="urn:microsoft.com/office/officeart/2018/5/layout/IconLeafLabelList"/>
    <dgm:cxn modelId="{6246417F-4AC6-42E9-83A5-F7A12C4B1D7B}" type="presParOf" srcId="{0D165EF6-839A-426A-BABE-FCCC94E86CB0}" destId="{4E94E325-1AE6-4311-85B8-3C0067205324}" srcOrd="4" destOrd="0" presId="urn:microsoft.com/office/officeart/2018/5/layout/IconLeafLabelList"/>
    <dgm:cxn modelId="{674E5D2C-0582-4F40-94B4-57F170E5B016}" type="presParOf" srcId="{4E94E325-1AE6-4311-85B8-3C0067205324}" destId="{EC0803D1-53B2-4DD3-A545-507A39821EA8}" srcOrd="0" destOrd="0" presId="urn:microsoft.com/office/officeart/2018/5/layout/IconLeafLabelList"/>
    <dgm:cxn modelId="{5BA3A0F1-1ADA-44D0-A970-12EC7D2170BE}" type="presParOf" srcId="{4E94E325-1AE6-4311-85B8-3C0067205324}" destId="{5619F447-33AE-4CD9-B868-545AF7D9EF5E}" srcOrd="1" destOrd="0" presId="urn:microsoft.com/office/officeart/2018/5/layout/IconLeafLabelList"/>
    <dgm:cxn modelId="{0967CBDF-87A6-494C-9B1B-C57F3A0DDFD6}" type="presParOf" srcId="{4E94E325-1AE6-4311-85B8-3C0067205324}" destId="{49375C61-9AF3-4A81-A90E-A74240D493BE}" srcOrd="2" destOrd="0" presId="urn:microsoft.com/office/officeart/2018/5/layout/IconLeafLabelList"/>
    <dgm:cxn modelId="{F33993A3-CBF3-4995-B2E1-50ECA237D1C9}" type="presParOf" srcId="{4E94E325-1AE6-4311-85B8-3C0067205324}" destId="{2C2C0AC6-7E04-4F08-8693-C348C22CE6B4}" srcOrd="3" destOrd="0" presId="urn:microsoft.com/office/officeart/2018/5/layout/IconLeafLabelList"/>
    <dgm:cxn modelId="{B9D3B9C2-74E0-462E-B10D-DA0B6CC9A3B2}" type="presParOf" srcId="{0D165EF6-839A-426A-BABE-FCCC94E86CB0}" destId="{A269F90F-F564-407A-8B16-DCC2D6266D69}" srcOrd="5" destOrd="0" presId="urn:microsoft.com/office/officeart/2018/5/layout/IconLeafLabelList"/>
    <dgm:cxn modelId="{9F5E9C40-06EE-4C26-AAF6-62019E120D13}" type="presParOf" srcId="{0D165EF6-839A-426A-BABE-FCCC94E86CB0}" destId="{6638801C-67F6-4BE1-9709-DFDAFFCF2E9A}" srcOrd="6" destOrd="0" presId="urn:microsoft.com/office/officeart/2018/5/layout/IconLeafLabelList"/>
    <dgm:cxn modelId="{7684DDB0-27B9-48F4-81A6-B4703D3466AF}" type="presParOf" srcId="{6638801C-67F6-4BE1-9709-DFDAFFCF2E9A}" destId="{8BC75E0D-C770-4C59-B564-872BA8B662B3}" srcOrd="0" destOrd="0" presId="urn:microsoft.com/office/officeart/2018/5/layout/IconLeafLabelList"/>
    <dgm:cxn modelId="{3E46FF2F-8B88-436D-8B7C-FFCB1DBC0CC1}" type="presParOf" srcId="{6638801C-67F6-4BE1-9709-DFDAFFCF2E9A}" destId="{97D5A0A3-82D3-44BE-BA08-32E4842E3D03}" srcOrd="1" destOrd="0" presId="urn:microsoft.com/office/officeart/2018/5/layout/IconLeafLabelList"/>
    <dgm:cxn modelId="{C912C766-EF67-4B98-A3F3-B33346ED1D6E}" type="presParOf" srcId="{6638801C-67F6-4BE1-9709-DFDAFFCF2E9A}" destId="{1272095E-0A99-44B3-845B-4A2ECFDF891F}" srcOrd="2" destOrd="0" presId="urn:microsoft.com/office/officeart/2018/5/layout/IconLeafLabelList"/>
    <dgm:cxn modelId="{0D37F4B7-E41D-4180-8002-5B59CA03E5A9}" type="presParOf" srcId="{6638801C-67F6-4BE1-9709-DFDAFFCF2E9A}" destId="{FDE72155-5F1A-46D2-BAE1-519A611E0DF8}" srcOrd="3" destOrd="0" presId="urn:microsoft.com/office/officeart/2018/5/layout/IconLeafLabelList"/>
    <dgm:cxn modelId="{5A52C5E0-529E-46DD-AFB1-F1FA749A75A4}" type="presParOf" srcId="{0D165EF6-839A-426A-BABE-FCCC94E86CB0}" destId="{07CF0860-3CA4-4A01-9FD4-6CEC360F8D65}" srcOrd="7" destOrd="0" presId="urn:microsoft.com/office/officeart/2018/5/layout/IconLeafLabelList"/>
    <dgm:cxn modelId="{8C308E2A-0A0E-4C0C-ADD5-C06FF3B5DE94}" type="presParOf" srcId="{0D165EF6-839A-426A-BABE-FCCC94E86CB0}" destId="{2AFABCD8-D75C-4ACD-8545-C29BA044E602}" srcOrd="8" destOrd="0" presId="urn:microsoft.com/office/officeart/2018/5/layout/IconLeafLabelList"/>
    <dgm:cxn modelId="{F29680C8-716D-46CF-B66C-EB58E097E8B6}" type="presParOf" srcId="{2AFABCD8-D75C-4ACD-8545-C29BA044E602}" destId="{84D87051-C8AE-4714-B0F4-EDAAB30FF190}" srcOrd="0" destOrd="0" presId="urn:microsoft.com/office/officeart/2018/5/layout/IconLeafLabelList"/>
    <dgm:cxn modelId="{22E67B96-B26F-4D1E-A109-2A8EB5655134}" type="presParOf" srcId="{2AFABCD8-D75C-4ACD-8545-C29BA044E602}" destId="{3EE8428A-21A9-470E-B7C4-3479E268812B}" srcOrd="1" destOrd="0" presId="urn:microsoft.com/office/officeart/2018/5/layout/IconLeafLabelList"/>
    <dgm:cxn modelId="{D2F29B2C-7E36-43E2-8546-51C3D73E5EE8}" type="presParOf" srcId="{2AFABCD8-D75C-4ACD-8545-C29BA044E602}" destId="{F659C31D-DFF4-4A08-B2FD-D7659F8491F0}" srcOrd="2" destOrd="0" presId="urn:microsoft.com/office/officeart/2018/5/layout/IconLeafLabelList"/>
    <dgm:cxn modelId="{A7C6933B-B663-4E26-AD13-4743CFA5DE07}" type="presParOf" srcId="{2AFABCD8-D75C-4ACD-8545-C29BA044E602}" destId="{20109B7F-0A23-457B-8C81-28F39F041276}"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105847-14E3-4D47-AC59-F7592E711907}">
      <dsp:nvSpPr>
        <dsp:cNvPr id="0" name=""/>
        <dsp:cNvSpPr/>
      </dsp:nvSpPr>
      <dsp:spPr>
        <a:xfrm>
          <a:off x="0" y="1774"/>
          <a:ext cx="7754022" cy="0"/>
        </a:xfrm>
        <a:prstGeom prst="line">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w="12700" cap="flat" cmpd="sng" algn="ctr">
          <a:solidFill>
            <a:schemeClr val="accent2">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21B93C92-97B6-4A6A-99D2-A29B0D9D4292}">
      <dsp:nvSpPr>
        <dsp:cNvPr id="0" name=""/>
        <dsp:cNvSpPr/>
      </dsp:nvSpPr>
      <dsp:spPr>
        <a:xfrm>
          <a:off x="0" y="1774"/>
          <a:ext cx="7754022" cy="605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Gradient Boosting: RMSE = 20,378, R² = 0.92 (Best)</a:t>
          </a:r>
        </a:p>
      </dsp:txBody>
      <dsp:txXfrm>
        <a:off x="0" y="1774"/>
        <a:ext cx="7754022" cy="605100"/>
      </dsp:txXfrm>
    </dsp:sp>
    <dsp:sp modelId="{D4E7CC59-3ACE-41EF-9A50-EE7F0D586DE4}">
      <dsp:nvSpPr>
        <dsp:cNvPr id="0" name=""/>
        <dsp:cNvSpPr/>
      </dsp:nvSpPr>
      <dsp:spPr>
        <a:xfrm>
          <a:off x="0" y="606875"/>
          <a:ext cx="7754022" cy="0"/>
        </a:xfrm>
        <a:prstGeom prst="line">
          <a:avLst/>
        </a:prstGeom>
        <a:gradFill rotWithShape="0">
          <a:gsLst>
            <a:gs pos="0">
              <a:schemeClr val="accent2">
                <a:hueOff val="563571"/>
                <a:satOff val="-4032"/>
                <a:lumOff val="-235"/>
                <a:alphaOff val="0"/>
                <a:shade val="85000"/>
                <a:satMod val="130000"/>
              </a:schemeClr>
            </a:gs>
            <a:gs pos="34000">
              <a:schemeClr val="accent2">
                <a:hueOff val="563571"/>
                <a:satOff val="-4032"/>
                <a:lumOff val="-235"/>
                <a:alphaOff val="0"/>
                <a:shade val="87000"/>
                <a:satMod val="125000"/>
              </a:schemeClr>
            </a:gs>
            <a:gs pos="70000">
              <a:schemeClr val="accent2">
                <a:hueOff val="563571"/>
                <a:satOff val="-4032"/>
                <a:lumOff val="-235"/>
                <a:alphaOff val="0"/>
                <a:tint val="100000"/>
                <a:shade val="90000"/>
                <a:satMod val="130000"/>
              </a:schemeClr>
            </a:gs>
            <a:gs pos="100000">
              <a:schemeClr val="accent2">
                <a:hueOff val="563571"/>
                <a:satOff val="-4032"/>
                <a:lumOff val="-235"/>
                <a:alphaOff val="0"/>
                <a:tint val="100000"/>
                <a:shade val="100000"/>
                <a:satMod val="110000"/>
              </a:schemeClr>
            </a:gs>
          </a:gsLst>
          <a:path path="circle">
            <a:fillToRect l="100000" t="100000" r="100000" b="100000"/>
          </a:path>
        </a:gradFill>
        <a:ln w="12700" cap="flat" cmpd="sng" algn="ctr">
          <a:solidFill>
            <a:schemeClr val="accent2">
              <a:hueOff val="563571"/>
              <a:satOff val="-4032"/>
              <a:lumOff val="-235"/>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80C0564E-3F50-44D9-B50F-862533F20EC6}">
      <dsp:nvSpPr>
        <dsp:cNvPr id="0" name=""/>
        <dsp:cNvSpPr/>
      </dsp:nvSpPr>
      <dsp:spPr>
        <a:xfrm>
          <a:off x="0" y="606875"/>
          <a:ext cx="7754022" cy="605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Random Forest: RMSE = 21,432, R² = 0.90</a:t>
          </a:r>
        </a:p>
      </dsp:txBody>
      <dsp:txXfrm>
        <a:off x="0" y="606875"/>
        <a:ext cx="7754022" cy="605100"/>
      </dsp:txXfrm>
    </dsp:sp>
    <dsp:sp modelId="{8DBA2C29-7458-4572-8B62-966EB4861010}">
      <dsp:nvSpPr>
        <dsp:cNvPr id="0" name=""/>
        <dsp:cNvSpPr/>
      </dsp:nvSpPr>
      <dsp:spPr>
        <a:xfrm>
          <a:off x="0" y="1211975"/>
          <a:ext cx="7754022" cy="0"/>
        </a:xfrm>
        <a:prstGeom prst="line">
          <a:avLst/>
        </a:prstGeom>
        <a:gradFill rotWithShape="0">
          <a:gsLst>
            <a:gs pos="0">
              <a:schemeClr val="accent2">
                <a:hueOff val="1127141"/>
                <a:satOff val="-8065"/>
                <a:lumOff val="-471"/>
                <a:alphaOff val="0"/>
                <a:shade val="85000"/>
                <a:satMod val="130000"/>
              </a:schemeClr>
            </a:gs>
            <a:gs pos="34000">
              <a:schemeClr val="accent2">
                <a:hueOff val="1127141"/>
                <a:satOff val="-8065"/>
                <a:lumOff val="-471"/>
                <a:alphaOff val="0"/>
                <a:shade val="87000"/>
                <a:satMod val="125000"/>
              </a:schemeClr>
            </a:gs>
            <a:gs pos="70000">
              <a:schemeClr val="accent2">
                <a:hueOff val="1127141"/>
                <a:satOff val="-8065"/>
                <a:lumOff val="-471"/>
                <a:alphaOff val="0"/>
                <a:tint val="100000"/>
                <a:shade val="90000"/>
                <a:satMod val="130000"/>
              </a:schemeClr>
            </a:gs>
            <a:gs pos="100000">
              <a:schemeClr val="accent2">
                <a:hueOff val="1127141"/>
                <a:satOff val="-8065"/>
                <a:lumOff val="-471"/>
                <a:alphaOff val="0"/>
                <a:tint val="100000"/>
                <a:shade val="100000"/>
                <a:satMod val="110000"/>
              </a:schemeClr>
            </a:gs>
          </a:gsLst>
          <a:path path="circle">
            <a:fillToRect l="100000" t="100000" r="100000" b="100000"/>
          </a:path>
        </a:gradFill>
        <a:ln w="12700" cap="flat" cmpd="sng" algn="ctr">
          <a:solidFill>
            <a:schemeClr val="accent2">
              <a:hueOff val="1127141"/>
              <a:satOff val="-8065"/>
              <a:lumOff val="-471"/>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4E84E945-CCA7-409C-9500-832F2327503D}">
      <dsp:nvSpPr>
        <dsp:cNvPr id="0" name=""/>
        <dsp:cNvSpPr/>
      </dsp:nvSpPr>
      <dsp:spPr>
        <a:xfrm>
          <a:off x="0" y="1211975"/>
          <a:ext cx="7754022" cy="605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Linear Regression: RMSE = 20,455, R² = 0.91</a:t>
          </a:r>
        </a:p>
      </dsp:txBody>
      <dsp:txXfrm>
        <a:off x="0" y="1211975"/>
        <a:ext cx="7754022" cy="605100"/>
      </dsp:txXfrm>
    </dsp:sp>
    <dsp:sp modelId="{3E8960CC-EFCB-4B01-AAAD-7BA45F631A46}">
      <dsp:nvSpPr>
        <dsp:cNvPr id="0" name=""/>
        <dsp:cNvSpPr/>
      </dsp:nvSpPr>
      <dsp:spPr>
        <a:xfrm>
          <a:off x="0" y="1817076"/>
          <a:ext cx="7754022" cy="0"/>
        </a:xfrm>
        <a:prstGeom prst="line">
          <a:avLst/>
        </a:prstGeom>
        <a:gradFill rotWithShape="0">
          <a:gsLst>
            <a:gs pos="0">
              <a:schemeClr val="accent2">
                <a:hueOff val="1690712"/>
                <a:satOff val="-12097"/>
                <a:lumOff val="-706"/>
                <a:alphaOff val="0"/>
                <a:shade val="85000"/>
                <a:satMod val="130000"/>
              </a:schemeClr>
            </a:gs>
            <a:gs pos="34000">
              <a:schemeClr val="accent2">
                <a:hueOff val="1690712"/>
                <a:satOff val="-12097"/>
                <a:lumOff val="-706"/>
                <a:alphaOff val="0"/>
                <a:shade val="87000"/>
                <a:satMod val="125000"/>
              </a:schemeClr>
            </a:gs>
            <a:gs pos="70000">
              <a:schemeClr val="accent2">
                <a:hueOff val="1690712"/>
                <a:satOff val="-12097"/>
                <a:lumOff val="-706"/>
                <a:alphaOff val="0"/>
                <a:tint val="100000"/>
                <a:shade val="90000"/>
                <a:satMod val="130000"/>
              </a:schemeClr>
            </a:gs>
            <a:gs pos="100000">
              <a:schemeClr val="accent2">
                <a:hueOff val="1690712"/>
                <a:satOff val="-12097"/>
                <a:lumOff val="-706"/>
                <a:alphaOff val="0"/>
                <a:tint val="100000"/>
                <a:shade val="100000"/>
                <a:satMod val="110000"/>
              </a:schemeClr>
            </a:gs>
          </a:gsLst>
          <a:path path="circle">
            <a:fillToRect l="100000" t="100000" r="100000" b="100000"/>
          </a:path>
        </a:gradFill>
        <a:ln w="12700" cap="flat" cmpd="sng" algn="ctr">
          <a:solidFill>
            <a:schemeClr val="accent2">
              <a:hueOff val="1690712"/>
              <a:satOff val="-12097"/>
              <a:lumOff val="-706"/>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AF011AD6-341C-40C8-B072-19DD4A0C5389}">
      <dsp:nvSpPr>
        <dsp:cNvPr id="0" name=""/>
        <dsp:cNvSpPr/>
      </dsp:nvSpPr>
      <dsp:spPr>
        <a:xfrm>
          <a:off x="0" y="1817076"/>
          <a:ext cx="7754022" cy="605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Others (KNN, SVR): RMSE &gt; 50,000, R² &lt; 0.3</a:t>
          </a:r>
        </a:p>
      </dsp:txBody>
      <dsp:txXfrm>
        <a:off x="0" y="1817076"/>
        <a:ext cx="7754022" cy="605100"/>
      </dsp:txXfrm>
    </dsp:sp>
    <dsp:sp modelId="{A12EA1D1-A0B4-4B59-991D-902500FAF749}">
      <dsp:nvSpPr>
        <dsp:cNvPr id="0" name=""/>
        <dsp:cNvSpPr/>
      </dsp:nvSpPr>
      <dsp:spPr>
        <a:xfrm>
          <a:off x="0" y="2422177"/>
          <a:ext cx="7754022" cy="0"/>
        </a:xfrm>
        <a:prstGeom prst="line">
          <a:avLst/>
        </a:prstGeom>
        <a:gradFill rotWithShape="0">
          <a:gsLst>
            <a:gs pos="0">
              <a:schemeClr val="accent2">
                <a:hueOff val="2254283"/>
                <a:satOff val="-16130"/>
                <a:lumOff val="-942"/>
                <a:alphaOff val="0"/>
                <a:shade val="85000"/>
                <a:satMod val="130000"/>
              </a:schemeClr>
            </a:gs>
            <a:gs pos="34000">
              <a:schemeClr val="accent2">
                <a:hueOff val="2254283"/>
                <a:satOff val="-16130"/>
                <a:lumOff val="-942"/>
                <a:alphaOff val="0"/>
                <a:shade val="87000"/>
                <a:satMod val="125000"/>
              </a:schemeClr>
            </a:gs>
            <a:gs pos="70000">
              <a:schemeClr val="accent2">
                <a:hueOff val="2254283"/>
                <a:satOff val="-16130"/>
                <a:lumOff val="-942"/>
                <a:alphaOff val="0"/>
                <a:tint val="100000"/>
                <a:shade val="90000"/>
                <a:satMod val="130000"/>
              </a:schemeClr>
            </a:gs>
            <a:gs pos="100000">
              <a:schemeClr val="accent2">
                <a:hueOff val="2254283"/>
                <a:satOff val="-16130"/>
                <a:lumOff val="-942"/>
                <a:alphaOff val="0"/>
                <a:tint val="100000"/>
                <a:shade val="100000"/>
                <a:satMod val="110000"/>
              </a:schemeClr>
            </a:gs>
          </a:gsLst>
          <a:path path="circle">
            <a:fillToRect l="100000" t="100000" r="100000" b="100000"/>
          </a:path>
        </a:gradFill>
        <a:ln w="12700" cap="flat" cmpd="sng" algn="ctr">
          <a:solidFill>
            <a:schemeClr val="accent2">
              <a:hueOff val="2254283"/>
              <a:satOff val="-16130"/>
              <a:lumOff val="-942"/>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22D22C02-E6CB-42CC-97BB-FE0105497854}">
      <dsp:nvSpPr>
        <dsp:cNvPr id="0" name=""/>
        <dsp:cNvSpPr/>
      </dsp:nvSpPr>
      <dsp:spPr>
        <a:xfrm>
          <a:off x="0" y="2422177"/>
          <a:ext cx="7754022" cy="605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Best Model: Gradient Boosting Regressor</a:t>
          </a:r>
        </a:p>
      </dsp:txBody>
      <dsp:txXfrm>
        <a:off x="0" y="2422177"/>
        <a:ext cx="7754022" cy="605100"/>
      </dsp:txXfrm>
    </dsp:sp>
    <dsp:sp modelId="{BED7FEFD-09AF-4806-B4E4-66CF31057EFD}">
      <dsp:nvSpPr>
        <dsp:cNvPr id="0" name=""/>
        <dsp:cNvSpPr/>
      </dsp:nvSpPr>
      <dsp:spPr>
        <a:xfrm>
          <a:off x="0" y="3027277"/>
          <a:ext cx="7754022" cy="0"/>
        </a:xfrm>
        <a:prstGeom prst="line">
          <a:avLst/>
        </a:prstGeom>
        <a:gradFill rotWithShape="0">
          <a:gsLst>
            <a:gs pos="0">
              <a:schemeClr val="accent2">
                <a:hueOff val="2817853"/>
                <a:satOff val="-20162"/>
                <a:lumOff val="-1177"/>
                <a:alphaOff val="0"/>
                <a:shade val="85000"/>
                <a:satMod val="130000"/>
              </a:schemeClr>
            </a:gs>
            <a:gs pos="34000">
              <a:schemeClr val="accent2">
                <a:hueOff val="2817853"/>
                <a:satOff val="-20162"/>
                <a:lumOff val="-1177"/>
                <a:alphaOff val="0"/>
                <a:shade val="87000"/>
                <a:satMod val="125000"/>
              </a:schemeClr>
            </a:gs>
            <a:gs pos="70000">
              <a:schemeClr val="accent2">
                <a:hueOff val="2817853"/>
                <a:satOff val="-20162"/>
                <a:lumOff val="-1177"/>
                <a:alphaOff val="0"/>
                <a:tint val="100000"/>
                <a:shade val="90000"/>
                <a:satMod val="130000"/>
              </a:schemeClr>
            </a:gs>
            <a:gs pos="100000">
              <a:schemeClr val="accent2">
                <a:hueOff val="2817853"/>
                <a:satOff val="-20162"/>
                <a:lumOff val="-1177"/>
                <a:alphaOff val="0"/>
                <a:tint val="100000"/>
                <a:shade val="100000"/>
                <a:satMod val="110000"/>
              </a:schemeClr>
            </a:gs>
          </a:gsLst>
          <a:path path="circle">
            <a:fillToRect l="100000" t="100000" r="100000" b="100000"/>
          </a:path>
        </a:gradFill>
        <a:ln w="12700" cap="flat" cmpd="sng" algn="ctr">
          <a:solidFill>
            <a:schemeClr val="accent2">
              <a:hueOff val="2817853"/>
              <a:satOff val="-20162"/>
              <a:lumOff val="-1177"/>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377F837F-60B4-457C-89B4-52DB546C6648}">
      <dsp:nvSpPr>
        <dsp:cNvPr id="0" name=""/>
        <dsp:cNvSpPr/>
      </dsp:nvSpPr>
      <dsp:spPr>
        <a:xfrm>
          <a:off x="0" y="3027277"/>
          <a:ext cx="7754022" cy="605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Deployed via </a:t>
          </a:r>
          <a:r>
            <a:rPr lang="en-US" sz="2800" kern="1200" dirty="0" err="1"/>
            <a:t>Gradio</a:t>
          </a:r>
          <a:r>
            <a:rPr lang="en-US" sz="2800" kern="1200" dirty="0"/>
            <a:t> with input validation</a:t>
          </a:r>
        </a:p>
      </dsp:txBody>
      <dsp:txXfrm>
        <a:off x="0" y="3027277"/>
        <a:ext cx="7754022" cy="6051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A054A8-41CD-46C1-B8F9-55528AB675B7}">
      <dsp:nvSpPr>
        <dsp:cNvPr id="0" name=""/>
        <dsp:cNvSpPr/>
      </dsp:nvSpPr>
      <dsp:spPr>
        <a:xfrm>
          <a:off x="0" y="2943"/>
          <a:ext cx="5019610" cy="4791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7494FE-5011-4053-A03F-75CDDE4263EE}">
      <dsp:nvSpPr>
        <dsp:cNvPr id="0" name=""/>
        <dsp:cNvSpPr/>
      </dsp:nvSpPr>
      <dsp:spPr>
        <a:xfrm>
          <a:off x="144930" y="110743"/>
          <a:ext cx="263768" cy="2635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99727BB-6505-4712-BEDC-E8A7F92C18D2}">
      <dsp:nvSpPr>
        <dsp:cNvPr id="0" name=""/>
        <dsp:cNvSpPr/>
      </dsp:nvSpPr>
      <dsp:spPr>
        <a:xfrm>
          <a:off x="553629" y="2943"/>
          <a:ext cx="4457454" cy="494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0" tIns="52290" rIns="52290" bIns="52290" numCol="1" spcCol="1270" anchor="ctr" anchorCtr="0">
          <a:noAutofit/>
        </a:bodyPr>
        <a:lstStyle/>
        <a:p>
          <a:pPr marL="0" lvl="0" indent="0" algn="l" defTabSz="622300">
            <a:lnSpc>
              <a:spcPct val="90000"/>
            </a:lnSpc>
            <a:spcBef>
              <a:spcPct val="0"/>
            </a:spcBef>
            <a:spcAft>
              <a:spcPct val="35000"/>
            </a:spcAft>
            <a:buNone/>
          </a:pPr>
          <a:r>
            <a:rPr lang="en-GB" sz="1400" kern="1200"/>
            <a:t>Ridge Regression:</a:t>
          </a:r>
          <a:endParaRPr lang="en-US" sz="1400" kern="1200"/>
        </a:p>
      </dsp:txBody>
      <dsp:txXfrm>
        <a:off x="553629" y="2943"/>
        <a:ext cx="4457454" cy="494082"/>
      </dsp:txXfrm>
    </dsp:sp>
    <dsp:sp modelId="{2EE49FAF-2294-4327-AA6B-881022B53C26}">
      <dsp:nvSpPr>
        <dsp:cNvPr id="0" name=""/>
        <dsp:cNvSpPr/>
      </dsp:nvSpPr>
      <dsp:spPr>
        <a:xfrm>
          <a:off x="0" y="620546"/>
          <a:ext cx="5019610" cy="4791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7BBB7C-A9B1-4BF1-9346-ED72E261EF3F}">
      <dsp:nvSpPr>
        <dsp:cNvPr id="0" name=""/>
        <dsp:cNvSpPr/>
      </dsp:nvSpPr>
      <dsp:spPr>
        <a:xfrm>
          <a:off x="144930" y="728346"/>
          <a:ext cx="263768" cy="2635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660473-C746-4036-AAC6-200A7F65021B}">
      <dsp:nvSpPr>
        <dsp:cNvPr id="0" name=""/>
        <dsp:cNvSpPr/>
      </dsp:nvSpPr>
      <dsp:spPr>
        <a:xfrm>
          <a:off x="553629" y="620546"/>
          <a:ext cx="4457454" cy="494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0" tIns="52290" rIns="52290" bIns="52290" numCol="1" spcCol="1270" anchor="ctr" anchorCtr="0">
          <a:noAutofit/>
        </a:bodyPr>
        <a:lstStyle/>
        <a:p>
          <a:pPr marL="0" lvl="0" indent="0" algn="l" defTabSz="622300">
            <a:lnSpc>
              <a:spcPct val="90000"/>
            </a:lnSpc>
            <a:spcBef>
              <a:spcPct val="0"/>
            </a:spcBef>
            <a:spcAft>
              <a:spcPct val="35000"/>
            </a:spcAft>
            <a:buNone/>
          </a:pPr>
          <a:r>
            <a:rPr lang="en-GB" sz="1400" kern="1200" dirty="0"/>
            <a:t>• Adds L2 penalty to reduce overfitting.</a:t>
          </a:r>
          <a:endParaRPr lang="en-US" sz="1400" kern="1200" dirty="0"/>
        </a:p>
      </dsp:txBody>
      <dsp:txXfrm>
        <a:off x="553629" y="620546"/>
        <a:ext cx="4457454" cy="494082"/>
      </dsp:txXfrm>
    </dsp:sp>
    <dsp:sp modelId="{91C0BDC8-29E3-4558-A072-B03549C879D2}">
      <dsp:nvSpPr>
        <dsp:cNvPr id="0" name=""/>
        <dsp:cNvSpPr/>
      </dsp:nvSpPr>
      <dsp:spPr>
        <a:xfrm>
          <a:off x="0" y="1238149"/>
          <a:ext cx="5019610" cy="4791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6711A5-9E4F-4B3F-93E0-CBBBA04886DB}">
      <dsp:nvSpPr>
        <dsp:cNvPr id="0" name=""/>
        <dsp:cNvSpPr/>
      </dsp:nvSpPr>
      <dsp:spPr>
        <a:xfrm>
          <a:off x="144930" y="1345949"/>
          <a:ext cx="263768" cy="2635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4F40EF-F5D6-47BD-9384-3D30361AC1EB}">
      <dsp:nvSpPr>
        <dsp:cNvPr id="0" name=""/>
        <dsp:cNvSpPr/>
      </dsp:nvSpPr>
      <dsp:spPr>
        <a:xfrm>
          <a:off x="553629" y="1238149"/>
          <a:ext cx="4457454" cy="494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0" tIns="52290" rIns="52290" bIns="52290" numCol="1" spcCol="1270" anchor="ctr" anchorCtr="0">
          <a:noAutofit/>
        </a:bodyPr>
        <a:lstStyle/>
        <a:p>
          <a:pPr marL="0" lvl="0" indent="0" algn="l" defTabSz="622300">
            <a:lnSpc>
              <a:spcPct val="90000"/>
            </a:lnSpc>
            <a:spcBef>
              <a:spcPct val="0"/>
            </a:spcBef>
            <a:spcAft>
              <a:spcPct val="35000"/>
            </a:spcAft>
            <a:buNone/>
          </a:pPr>
          <a:r>
            <a:rPr lang="en-GB" sz="1400" kern="1200"/>
            <a:t>• Tuned with alpha parameter to control regularization.</a:t>
          </a:r>
          <a:endParaRPr lang="en-US" sz="1400" kern="1200"/>
        </a:p>
      </dsp:txBody>
      <dsp:txXfrm>
        <a:off x="553629" y="1238149"/>
        <a:ext cx="4457454" cy="494082"/>
      </dsp:txXfrm>
    </dsp:sp>
    <dsp:sp modelId="{ACDA527D-CEE7-43C3-8C37-5657B936B08E}">
      <dsp:nvSpPr>
        <dsp:cNvPr id="0" name=""/>
        <dsp:cNvSpPr/>
      </dsp:nvSpPr>
      <dsp:spPr>
        <a:xfrm>
          <a:off x="0" y="1855752"/>
          <a:ext cx="5019610" cy="4791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AB1F1A-5096-4991-A1BF-596DAE94B162}">
      <dsp:nvSpPr>
        <dsp:cNvPr id="0" name=""/>
        <dsp:cNvSpPr/>
      </dsp:nvSpPr>
      <dsp:spPr>
        <a:xfrm>
          <a:off x="144930" y="1963552"/>
          <a:ext cx="263768" cy="2635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0B97AB-09BC-431F-9FB3-63C504179A55}">
      <dsp:nvSpPr>
        <dsp:cNvPr id="0" name=""/>
        <dsp:cNvSpPr/>
      </dsp:nvSpPr>
      <dsp:spPr>
        <a:xfrm>
          <a:off x="553629" y="1855752"/>
          <a:ext cx="4457454" cy="494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0" tIns="52290" rIns="52290" bIns="52290" numCol="1" spcCol="1270" anchor="ctr" anchorCtr="0">
          <a:noAutofit/>
        </a:bodyPr>
        <a:lstStyle/>
        <a:p>
          <a:pPr marL="0" lvl="0" indent="0" algn="l" defTabSz="622300">
            <a:lnSpc>
              <a:spcPct val="90000"/>
            </a:lnSpc>
            <a:spcBef>
              <a:spcPct val="0"/>
            </a:spcBef>
            <a:spcAft>
              <a:spcPct val="35000"/>
            </a:spcAft>
            <a:buNone/>
          </a:pPr>
          <a:r>
            <a:rPr lang="en-GB" sz="1400" kern="1200"/>
            <a:t>• Performs better when multicollinearity exists.</a:t>
          </a:r>
          <a:endParaRPr lang="en-US" sz="1400" kern="1200"/>
        </a:p>
      </dsp:txBody>
      <dsp:txXfrm>
        <a:off x="553629" y="1855752"/>
        <a:ext cx="4457454" cy="494082"/>
      </dsp:txXfrm>
    </dsp:sp>
    <dsp:sp modelId="{BA40A03A-8C16-4A3D-89CA-DD461B0779A8}">
      <dsp:nvSpPr>
        <dsp:cNvPr id="0" name=""/>
        <dsp:cNvSpPr/>
      </dsp:nvSpPr>
      <dsp:spPr>
        <a:xfrm>
          <a:off x="0" y="2473355"/>
          <a:ext cx="5019610" cy="4791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065595-5AE4-4E28-BF32-09CF229C87D3}">
      <dsp:nvSpPr>
        <dsp:cNvPr id="0" name=""/>
        <dsp:cNvSpPr/>
      </dsp:nvSpPr>
      <dsp:spPr>
        <a:xfrm>
          <a:off x="144930" y="2581155"/>
          <a:ext cx="263768" cy="26351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F7DED02-35CF-4E23-9B60-FE0146506B39}">
      <dsp:nvSpPr>
        <dsp:cNvPr id="0" name=""/>
        <dsp:cNvSpPr/>
      </dsp:nvSpPr>
      <dsp:spPr>
        <a:xfrm>
          <a:off x="553629" y="2473355"/>
          <a:ext cx="4457454" cy="494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0" tIns="52290" rIns="52290" bIns="52290" numCol="1" spcCol="1270" anchor="ctr" anchorCtr="0">
          <a:noAutofit/>
        </a:bodyPr>
        <a:lstStyle/>
        <a:p>
          <a:pPr marL="0" lvl="0" indent="0" algn="l" defTabSz="622300">
            <a:lnSpc>
              <a:spcPct val="90000"/>
            </a:lnSpc>
            <a:spcBef>
              <a:spcPct val="0"/>
            </a:spcBef>
            <a:spcAft>
              <a:spcPct val="35000"/>
            </a:spcAft>
            <a:buNone/>
          </a:pPr>
          <a:r>
            <a:rPr lang="en-GB" sz="1400" kern="1200"/>
            <a:t>XGBoost:</a:t>
          </a:r>
          <a:endParaRPr lang="en-US" sz="1400" kern="1200"/>
        </a:p>
      </dsp:txBody>
      <dsp:txXfrm>
        <a:off x="553629" y="2473355"/>
        <a:ext cx="4457454" cy="494082"/>
      </dsp:txXfrm>
    </dsp:sp>
    <dsp:sp modelId="{C5CDA82E-0437-44F6-8AA0-B9F931570578}">
      <dsp:nvSpPr>
        <dsp:cNvPr id="0" name=""/>
        <dsp:cNvSpPr/>
      </dsp:nvSpPr>
      <dsp:spPr>
        <a:xfrm>
          <a:off x="0" y="3090958"/>
          <a:ext cx="5019610" cy="4791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A0A016-64C2-4864-92C6-53CA3794E956}">
      <dsp:nvSpPr>
        <dsp:cNvPr id="0" name=""/>
        <dsp:cNvSpPr/>
      </dsp:nvSpPr>
      <dsp:spPr>
        <a:xfrm>
          <a:off x="144930" y="3198758"/>
          <a:ext cx="263768" cy="26351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87F46A-5BC6-457D-82E4-46B1C1FE5D4A}">
      <dsp:nvSpPr>
        <dsp:cNvPr id="0" name=""/>
        <dsp:cNvSpPr/>
      </dsp:nvSpPr>
      <dsp:spPr>
        <a:xfrm>
          <a:off x="553629" y="3090958"/>
          <a:ext cx="4457454" cy="494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0" tIns="52290" rIns="52290" bIns="52290" numCol="1" spcCol="1270" anchor="ctr" anchorCtr="0">
          <a:noAutofit/>
        </a:bodyPr>
        <a:lstStyle/>
        <a:p>
          <a:pPr marL="0" lvl="0" indent="0" algn="l" defTabSz="622300">
            <a:lnSpc>
              <a:spcPct val="90000"/>
            </a:lnSpc>
            <a:spcBef>
              <a:spcPct val="0"/>
            </a:spcBef>
            <a:spcAft>
              <a:spcPct val="35000"/>
            </a:spcAft>
            <a:buNone/>
          </a:pPr>
          <a:r>
            <a:rPr lang="en-GB" sz="1400" kern="1200"/>
            <a:t>• Gradient boosting algorithm optimized for speed &amp; accuracy.</a:t>
          </a:r>
          <a:endParaRPr lang="en-US" sz="1400" kern="1200"/>
        </a:p>
      </dsp:txBody>
      <dsp:txXfrm>
        <a:off x="553629" y="3090958"/>
        <a:ext cx="4457454" cy="494082"/>
      </dsp:txXfrm>
    </dsp:sp>
    <dsp:sp modelId="{7B08D212-E4CD-4234-92FD-0DA77039C746}">
      <dsp:nvSpPr>
        <dsp:cNvPr id="0" name=""/>
        <dsp:cNvSpPr/>
      </dsp:nvSpPr>
      <dsp:spPr>
        <a:xfrm>
          <a:off x="0" y="3708561"/>
          <a:ext cx="5019610" cy="4791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CF69D4-C53F-4B32-9C72-ED2E6279D34E}">
      <dsp:nvSpPr>
        <dsp:cNvPr id="0" name=""/>
        <dsp:cNvSpPr/>
      </dsp:nvSpPr>
      <dsp:spPr>
        <a:xfrm>
          <a:off x="144930" y="3816361"/>
          <a:ext cx="263768" cy="26351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F8CCA7D-BF8D-4142-BE31-36F9140235B3}">
      <dsp:nvSpPr>
        <dsp:cNvPr id="0" name=""/>
        <dsp:cNvSpPr/>
      </dsp:nvSpPr>
      <dsp:spPr>
        <a:xfrm>
          <a:off x="553629" y="3708561"/>
          <a:ext cx="4457454" cy="494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0" tIns="52290" rIns="52290" bIns="52290" numCol="1" spcCol="1270" anchor="ctr" anchorCtr="0">
          <a:noAutofit/>
        </a:bodyPr>
        <a:lstStyle/>
        <a:p>
          <a:pPr marL="0" lvl="0" indent="0" algn="l" defTabSz="622300">
            <a:lnSpc>
              <a:spcPct val="90000"/>
            </a:lnSpc>
            <a:spcBef>
              <a:spcPct val="0"/>
            </a:spcBef>
            <a:spcAft>
              <a:spcPct val="35000"/>
            </a:spcAft>
            <a:buNone/>
          </a:pPr>
          <a:r>
            <a:rPr lang="en-GB" sz="1400" kern="1200"/>
            <a:t>• Handles missing data well, prevents overfitting via regularization.</a:t>
          </a:r>
          <a:endParaRPr lang="en-US" sz="1400" kern="1200"/>
        </a:p>
      </dsp:txBody>
      <dsp:txXfrm>
        <a:off x="553629" y="3708561"/>
        <a:ext cx="4457454" cy="494082"/>
      </dsp:txXfrm>
    </dsp:sp>
    <dsp:sp modelId="{E3654CF5-F8C6-4FB3-9A3B-A04D57E3FCD5}">
      <dsp:nvSpPr>
        <dsp:cNvPr id="0" name=""/>
        <dsp:cNvSpPr/>
      </dsp:nvSpPr>
      <dsp:spPr>
        <a:xfrm>
          <a:off x="0" y="4326164"/>
          <a:ext cx="5019610" cy="4791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C1BDA8-711B-4B95-A928-07799958784B}">
      <dsp:nvSpPr>
        <dsp:cNvPr id="0" name=""/>
        <dsp:cNvSpPr/>
      </dsp:nvSpPr>
      <dsp:spPr>
        <a:xfrm>
          <a:off x="144930" y="4433964"/>
          <a:ext cx="263768" cy="263510"/>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B4708B3-FE4A-4897-BB76-B1C626227B82}">
      <dsp:nvSpPr>
        <dsp:cNvPr id="0" name=""/>
        <dsp:cNvSpPr/>
      </dsp:nvSpPr>
      <dsp:spPr>
        <a:xfrm>
          <a:off x="553629" y="4326164"/>
          <a:ext cx="4457454" cy="494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290" tIns="52290" rIns="52290" bIns="52290" numCol="1" spcCol="1270" anchor="ctr" anchorCtr="0">
          <a:noAutofit/>
        </a:bodyPr>
        <a:lstStyle/>
        <a:p>
          <a:pPr marL="0" lvl="0" indent="0" algn="l" defTabSz="622300">
            <a:lnSpc>
              <a:spcPct val="90000"/>
            </a:lnSpc>
            <a:spcBef>
              <a:spcPct val="0"/>
            </a:spcBef>
            <a:spcAft>
              <a:spcPct val="35000"/>
            </a:spcAft>
            <a:buNone/>
          </a:pPr>
          <a:r>
            <a:rPr lang="en-GB" sz="1400" kern="1200"/>
            <a:t>• Strong for structured/tabular datasets like housing prices.</a:t>
          </a:r>
          <a:endParaRPr lang="en-US" sz="1400" kern="1200"/>
        </a:p>
      </dsp:txBody>
      <dsp:txXfrm>
        <a:off x="553629" y="4326164"/>
        <a:ext cx="4457454" cy="4940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0FBF7-75DC-4856-9F5A-05A013C4FA21}">
      <dsp:nvSpPr>
        <dsp:cNvPr id="0" name=""/>
        <dsp:cNvSpPr/>
      </dsp:nvSpPr>
      <dsp:spPr>
        <a:xfrm>
          <a:off x="0" y="0"/>
          <a:ext cx="5770880" cy="900566"/>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Synthetic Dataset</a:t>
          </a:r>
          <a:r>
            <a:rPr lang="en-US" sz="1700" kern="1200" dirty="0"/>
            <a:t>: Limited real-world applicability and potential data discrepancies.</a:t>
          </a:r>
        </a:p>
      </dsp:txBody>
      <dsp:txXfrm>
        <a:off x="26377" y="26377"/>
        <a:ext cx="4723000" cy="847812"/>
      </dsp:txXfrm>
    </dsp:sp>
    <dsp:sp modelId="{DAF30F41-B067-4556-B89D-94ED1ADC4880}">
      <dsp:nvSpPr>
        <dsp:cNvPr id="0" name=""/>
        <dsp:cNvSpPr/>
      </dsp:nvSpPr>
      <dsp:spPr>
        <a:xfrm>
          <a:off x="483311" y="1064305"/>
          <a:ext cx="5770880" cy="900566"/>
        </a:xfrm>
        <a:prstGeom prst="roundRect">
          <a:avLst>
            <a:gd name="adj" fmla="val 10000"/>
          </a:avLst>
        </a:prstGeom>
        <a:solidFill>
          <a:schemeClr val="accent2">
            <a:hueOff val="939284"/>
            <a:satOff val="-6721"/>
            <a:lumOff val="-39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Overfitting</a:t>
          </a:r>
          <a:r>
            <a:rPr lang="en-US" sz="1700" kern="1200" dirty="0"/>
            <a:t>: Random Forest </a:t>
          </a:r>
          <a:r>
            <a:rPr lang="en-US" sz="1700" kern="1200" dirty="0" err="1"/>
            <a:t>overfitted</a:t>
          </a:r>
          <a:r>
            <a:rPr lang="en-US" sz="1700" kern="1200" dirty="0"/>
            <a:t> to training data, affecting generalization.</a:t>
          </a:r>
        </a:p>
      </dsp:txBody>
      <dsp:txXfrm>
        <a:off x="509688" y="1090682"/>
        <a:ext cx="4649446" cy="847812"/>
      </dsp:txXfrm>
    </dsp:sp>
    <dsp:sp modelId="{391190A3-5C70-4DE1-BC94-B30DC8B07857}">
      <dsp:nvSpPr>
        <dsp:cNvPr id="0" name=""/>
        <dsp:cNvSpPr/>
      </dsp:nvSpPr>
      <dsp:spPr>
        <a:xfrm>
          <a:off x="959408" y="2128610"/>
          <a:ext cx="5770880" cy="900566"/>
        </a:xfrm>
        <a:prstGeom prst="roundRect">
          <a:avLst>
            <a:gd name="adj" fmla="val 10000"/>
          </a:avLst>
        </a:prstGeom>
        <a:solidFill>
          <a:schemeClr val="accent2">
            <a:hueOff val="1878569"/>
            <a:satOff val="-13441"/>
            <a:lumOff val="-78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Model Selection</a:t>
          </a:r>
          <a:r>
            <a:rPr lang="en-US" sz="1700" kern="1200" dirty="0"/>
            <a:t>: Choosing between simpler models (Linear Regression) and complex ones (Random Forest, </a:t>
          </a:r>
          <a:r>
            <a:rPr lang="en-US" sz="1700" kern="1200" dirty="0" err="1"/>
            <a:t>XGBoost</a:t>
          </a:r>
          <a:r>
            <a:rPr lang="en-US" sz="1700" kern="1200" dirty="0"/>
            <a:t>).</a:t>
          </a:r>
        </a:p>
      </dsp:txBody>
      <dsp:txXfrm>
        <a:off x="985785" y="2154987"/>
        <a:ext cx="4656660" cy="847812"/>
      </dsp:txXfrm>
    </dsp:sp>
    <dsp:sp modelId="{86B7EF1E-4A84-4E60-840B-F7069E95E37F}">
      <dsp:nvSpPr>
        <dsp:cNvPr id="0" name=""/>
        <dsp:cNvSpPr/>
      </dsp:nvSpPr>
      <dsp:spPr>
        <a:xfrm>
          <a:off x="1442720" y="3192915"/>
          <a:ext cx="5770880" cy="900566"/>
        </a:xfrm>
        <a:prstGeom prst="roundRect">
          <a:avLst>
            <a:gd name="adj" fmla="val 10000"/>
          </a:avLst>
        </a:prstGeom>
        <a:solidFill>
          <a:schemeClr val="accent2">
            <a:hueOff val="2817853"/>
            <a:satOff val="-20162"/>
            <a:lumOff val="-1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err="1"/>
            <a:t>Hyperparameter</a:t>
          </a:r>
          <a:r>
            <a:rPr lang="en-US" sz="1700" b="1" kern="1200" dirty="0"/>
            <a:t> Tuning</a:t>
          </a:r>
          <a:r>
            <a:rPr lang="en-US" sz="1700" kern="1200" dirty="0"/>
            <a:t>: Time-consuming and required extensive optimization, with limited improvement.</a:t>
          </a:r>
        </a:p>
      </dsp:txBody>
      <dsp:txXfrm>
        <a:off x="1469097" y="3219292"/>
        <a:ext cx="4649446" cy="847812"/>
      </dsp:txXfrm>
    </dsp:sp>
    <dsp:sp modelId="{CDC3EE27-98C8-48B6-B6EB-4F9681ED621B}">
      <dsp:nvSpPr>
        <dsp:cNvPr id="0" name=""/>
        <dsp:cNvSpPr/>
      </dsp:nvSpPr>
      <dsp:spPr>
        <a:xfrm>
          <a:off x="5185512" y="689751"/>
          <a:ext cx="585367" cy="585367"/>
        </a:xfrm>
        <a:prstGeom prst="downArrow">
          <a:avLst>
            <a:gd name="adj1" fmla="val 55000"/>
            <a:gd name="adj2" fmla="val 45000"/>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5317220" y="689751"/>
        <a:ext cx="321951" cy="440489"/>
      </dsp:txXfrm>
    </dsp:sp>
    <dsp:sp modelId="{21A7817D-CA69-4E64-8EB9-D1F91550613D}">
      <dsp:nvSpPr>
        <dsp:cNvPr id="0" name=""/>
        <dsp:cNvSpPr/>
      </dsp:nvSpPr>
      <dsp:spPr>
        <a:xfrm>
          <a:off x="5668823" y="1754057"/>
          <a:ext cx="585367" cy="585367"/>
        </a:xfrm>
        <a:prstGeom prst="downArrow">
          <a:avLst>
            <a:gd name="adj1" fmla="val 55000"/>
            <a:gd name="adj2" fmla="val 45000"/>
          </a:avLst>
        </a:prstGeom>
        <a:solidFill>
          <a:schemeClr val="accent2">
            <a:tint val="40000"/>
            <a:alpha val="90000"/>
            <a:hueOff val="1490595"/>
            <a:satOff val="-9087"/>
            <a:lumOff val="-589"/>
            <a:alphaOff val="0"/>
          </a:schemeClr>
        </a:solidFill>
        <a:ln w="15875" cap="flat" cmpd="sng" algn="ctr">
          <a:solidFill>
            <a:schemeClr val="accent2">
              <a:tint val="40000"/>
              <a:alpha val="90000"/>
              <a:hueOff val="1490595"/>
              <a:satOff val="-9087"/>
              <a:lumOff val="-58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5800531" y="1754057"/>
        <a:ext cx="321951" cy="440489"/>
      </dsp:txXfrm>
    </dsp:sp>
    <dsp:sp modelId="{2D45BCEC-759C-40DD-A4E4-9744EF3BE71A}">
      <dsp:nvSpPr>
        <dsp:cNvPr id="0" name=""/>
        <dsp:cNvSpPr/>
      </dsp:nvSpPr>
      <dsp:spPr>
        <a:xfrm>
          <a:off x="6144920" y="2818362"/>
          <a:ext cx="585367" cy="585367"/>
        </a:xfrm>
        <a:prstGeom prst="downArrow">
          <a:avLst>
            <a:gd name="adj1" fmla="val 55000"/>
            <a:gd name="adj2" fmla="val 45000"/>
          </a:avLst>
        </a:prstGeom>
        <a:solidFill>
          <a:schemeClr val="accent2">
            <a:tint val="40000"/>
            <a:alpha val="90000"/>
            <a:hueOff val="2981190"/>
            <a:satOff val="-18174"/>
            <a:lumOff val="-1177"/>
            <a:alphaOff val="0"/>
          </a:schemeClr>
        </a:solidFill>
        <a:ln w="15875" cap="flat" cmpd="sng" algn="ctr">
          <a:solidFill>
            <a:schemeClr val="accent2">
              <a:tint val="40000"/>
              <a:alpha val="90000"/>
              <a:hueOff val="2981190"/>
              <a:satOff val="-18174"/>
              <a:lumOff val="-117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6276628" y="2818362"/>
        <a:ext cx="321951" cy="4404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E3A7D9-61B5-4B97-83A7-46E4F12C0485}">
      <dsp:nvSpPr>
        <dsp:cNvPr id="0" name=""/>
        <dsp:cNvSpPr/>
      </dsp:nvSpPr>
      <dsp:spPr>
        <a:xfrm>
          <a:off x="415904" y="1789"/>
          <a:ext cx="941449" cy="941449"/>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B5E545-A05F-43B8-B5E3-4787E971D8D5}">
      <dsp:nvSpPr>
        <dsp:cNvPr id="0" name=""/>
        <dsp:cNvSpPr/>
      </dsp:nvSpPr>
      <dsp:spPr>
        <a:xfrm>
          <a:off x="616541" y="202426"/>
          <a:ext cx="540175" cy="5401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42BD65-137F-447C-A68A-1195070075EF}">
      <dsp:nvSpPr>
        <dsp:cNvPr id="0" name=""/>
        <dsp:cNvSpPr/>
      </dsp:nvSpPr>
      <dsp:spPr>
        <a:xfrm>
          <a:off x="114949" y="1236477"/>
          <a:ext cx="1543359" cy="617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dirty="0"/>
            <a:t>Model Simplicity Linear Regression</a:t>
          </a:r>
          <a:endParaRPr lang="en-US" sz="1100" kern="1200" dirty="0"/>
        </a:p>
      </dsp:txBody>
      <dsp:txXfrm>
        <a:off x="114949" y="1236477"/>
        <a:ext cx="1543359" cy="617343"/>
      </dsp:txXfrm>
    </dsp:sp>
    <dsp:sp modelId="{667B9DF3-BBA6-4DD8-A4C4-A00A42F2EE06}">
      <dsp:nvSpPr>
        <dsp:cNvPr id="0" name=""/>
        <dsp:cNvSpPr/>
      </dsp:nvSpPr>
      <dsp:spPr>
        <a:xfrm>
          <a:off x="2229351" y="1789"/>
          <a:ext cx="941449" cy="941449"/>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9DF077-87EA-490B-BA56-C61C66806B3C}">
      <dsp:nvSpPr>
        <dsp:cNvPr id="0" name=""/>
        <dsp:cNvSpPr/>
      </dsp:nvSpPr>
      <dsp:spPr>
        <a:xfrm>
          <a:off x="2429988" y="202426"/>
          <a:ext cx="540175" cy="5401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AB019B-8733-4947-B016-8E0416C77B7B}">
      <dsp:nvSpPr>
        <dsp:cNvPr id="0" name=""/>
        <dsp:cNvSpPr/>
      </dsp:nvSpPr>
      <dsp:spPr>
        <a:xfrm>
          <a:off x="1928396" y="1236477"/>
          <a:ext cx="1543359" cy="617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dirty="0"/>
            <a:t>Overfitting Prevention Ridge Regression</a:t>
          </a:r>
          <a:endParaRPr lang="en-US" sz="1100" kern="1200" dirty="0"/>
        </a:p>
      </dsp:txBody>
      <dsp:txXfrm>
        <a:off x="1928396" y="1236477"/>
        <a:ext cx="1543359" cy="617343"/>
      </dsp:txXfrm>
    </dsp:sp>
    <dsp:sp modelId="{EC0803D1-53B2-4DD3-A545-507A39821EA8}">
      <dsp:nvSpPr>
        <dsp:cNvPr id="0" name=""/>
        <dsp:cNvSpPr/>
      </dsp:nvSpPr>
      <dsp:spPr>
        <a:xfrm>
          <a:off x="4042799" y="1789"/>
          <a:ext cx="941449" cy="941449"/>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19F447-33AE-4CD9-B868-545AF7D9EF5E}">
      <dsp:nvSpPr>
        <dsp:cNvPr id="0" name=""/>
        <dsp:cNvSpPr/>
      </dsp:nvSpPr>
      <dsp:spPr>
        <a:xfrm>
          <a:off x="4243435" y="202426"/>
          <a:ext cx="540175" cy="5401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2C0AC6-7E04-4F08-8693-C348C22CE6B4}">
      <dsp:nvSpPr>
        <dsp:cNvPr id="0" name=""/>
        <dsp:cNvSpPr/>
      </dsp:nvSpPr>
      <dsp:spPr>
        <a:xfrm>
          <a:off x="3741843" y="1236477"/>
          <a:ext cx="1543359" cy="617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Evaluation metrics (RMSE, R²) offer complete performance insight</a:t>
          </a:r>
        </a:p>
      </dsp:txBody>
      <dsp:txXfrm>
        <a:off x="3741843" y="1236477"/>
        <a:ext cx="1543359" cy="617343"/>
      </dsp:txXfrm>
    </dsp:sp>
    <dsp:sp modelId="{8BC75E0D-C770-4C59-B564-872BA8B662B3}">
      <dsp:nvSpPr>
        <dsp:cNvPr id="0" name=""/>
        <dsp:cNvSpPr/>
      </dsp:nvSpPr>
      <dsp:spPr>
        <a:xfrm>
          <a:off x="5856246" y="1789"/>
          <a:ext cx="941449" cy="941449"/>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D5A0A3-82D3-44BE-BA08-32E4842E3D03}">
      <dsp:nvSpPr>
        <dsp:cNvPr id="0" name=""/>
        <dsp:cNvSpPr/>
      </dsp:nvSpPr>
      <dsp:spPr>
        <a:xfrm>
          <a:off x="6056883" y="202426"/>
          <a:ext cx="540175" cy="54017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DE72155-5F1A-46D2-BAE1-519A611E0DF8}">
      <dsp:nvSpPr>
        <dsp:cNvPr id="0" name=""/>
        <dsp:cNvSpPr/>
      </dsp:nvSpPr>
      <dsp:spPr>
        <a:xfrm>
          <a:off x="5555291" y="1236477"/>
          <a:ext cx="1543359" cy="617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Validation improves reliability of user-facing apps</a:t>
          </a:r>
        </a:p>
      </dsp:txBody>
      <dsp:txXfrm>
        <a:off x="5555291" y="1236477"/>
        <a:ext cx="1543359" cy="617343"/>
      </dsp:txXfrm>
    </dsp:sp>
    <dsp:sp modelId="{84D87051-C8AE-4714-B0F4-EDAAB30FF190}">
      <dsp:nvSpPr>
        <dsp:cNvPr id="0" name=""/>
        <dsp:cNvSpPr/>
      </dsp:nvSpPr>
      <dsp:spPr>
        <a:xfrm>
          <a:off x="3136075" y="2239660"/>
          <a:ext cx="941449" cy="941449"/>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E8428A-21A9-470E-B7C4-3479E268812B}">
      <dsp:nvSpPr>
        <dsp:cNvPr id="0" name=""/>
        <dsp:cNvSpPr/>
      </dsp:nvSpPr>
      <dsp:spPr>
        <a:xfrm>
          <a:off x="3336712" y="2440297"/>
          <a:ext cx="540175" cy="54017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109B7F-0A23-457B-8C81-28F39F041276}">
      <dsp:nvSpPr>
        <dsp:cNvPr id="0" name=""/>
        <dsp:cNvSpPr/>
      </dsp:nvSpPr>
      <dsp:spPr>
        <a:xfrm>
          <a:off x="2835120" y="3474348"/>
          <a:ext cx="1543359" cy="617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A clean pipeline ensures reproducible results</a:t>
          </a:r>
        </a:p>
      </dsp:txBody>
      <dsp:txXfrm>
        <a:off x="2835120" y="3474348"/>
        <a:ext cx="1543359" cy="61734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F6198C-24AF-65D7-5C64-BBD16E18990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HE23548</a:t>
            </a:r>
          </a:p>
        </p:txBody>
      </p:sp>
      <p:sp>
        <p:nvSpPr>
          <p:cNvPr id="3" name="Date Placeholder 2">
            <a:extLst>
              <a:ext uri="{FF2B5EF4-FFF2-40B4-BE49-F238E27FC236}">
                <a16:creationId xmlns:a16="http://schemas.microsoft.com/office/drawing/2014/main" id="{8FB2BACF-26FF-C3CE-B8BE-3E3D98F270F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08AC453-4423-4703-ADCF-63501D91DFC6}" type="datetimeFigureOut">
              <a:rPr lang="en-GB" smtClean="0"/>
              <a:t>20/09/2025</a:t>
            </a:fld>
            <a:endParaRPr lang="en-GB"/>
          </a:p>
        </p:txBody>
      </p:sp>
      <p:sp>
        <p:nvSpPr>
          <p:cNvPr id="4" name="Footer Placeholder 3">
            <a:extLst>
              <a:ext uri="{FF2B5EF4-FFF2-40B4-BE49-F238E27FC236}">
                <a16:creationId xmlns:a16="http://schemas.microsoft.com/office/drawing/2014/main" id="{44610C28-80B4-DA88-8132-74830F3761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2E0EDE56-3B32-5980-73D6-F5B0286C92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C28A54-FF1B-426F-A5D4-954A8C8ABCCB}" type="slidenum">
              <a:rPr lang="en-GB" smtClean="0"/>
              <a:t>‹#›</a:t>
            </a:fld>
            <a:endParaRPr lang="en-GB"/>
          </a:p>
        </p:txBody>
      </p:sp>
    </p:spTree>
    <p:extLst>
      <p:ext uri="{BB962C8B-B14F-4D97-AF65-F5344CB8AC3E}">
        <p14:creationId xmlns:p14="http://schemas.microsoft.com/office/powerpoint/2010/main" val="285599563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HE23548</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ECA499-212C-4407-AE6C-E2E24FF41130}" type="datetimeFigureOut">
              <a:rPr lang="en-GB" smtClean="0"/>
              <a:t>19/09/2025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E8F224-8236-4FF9-AEC1-98D82D6AE66F}" type="slidenum">
              <a:rPr lang="en-GB" smtClean="0"/>
              <a:t>‹#›</a:t>
            </a:fld>
            <a:endParaRPr lang="en-GB"/>
          </a:p>
        </p:txBody>
      </p:sp>
    </p:spTree>
    <p:extLst>
      <p:ext uri="{BB962C8B-B14F-4D97-AF65-F5344CB8AC3E}">
        <p14:creationId xmlns:p14="http://schemas.microsoft.com/office/powerpoint/2010/main" val="587108840"/>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F3E922-38E6-42E9-9B9F-E9D98CE5A978}" type="datetime1">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462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8841EE-0704-46D8-9D8B-A75AFF0393E6}" type="datetime1">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7491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D8F2393-A5B1-4820-B18C-3B49174C667F}" type="datetime1">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1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8E7273-0710-4F53-9EC7-9916D2A503BC}" type="datetime1">
              <a:rPr lang="en-US" smtClean="0"/>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234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75ABF9-D5F1-48C7-8B53-A57AC90FFA79}" type="datetime1">
              <a:rPr lang="en-US" smtClean="0"/>
              <a:t>9/20/2025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6750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19737D-0C96-41B2-A2A4-DB3FEE70B8C9}" type="datetime1">
              <a:rPr lang="en-US" smtClean="0"/>
              <a:t>9/20/2025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3463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891F76D-D556-46BB-9B2D-5A3227ABE3B9}" type="datetime1">
              <a:rPr lang="en-US" smtClean="0"/>
              <a:t>9/20/2025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56950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 y="0"/>
            <a:ext cx="303809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3E7E38EC-6432-4BE0-B041-E855113CA2F1}" type="datetime1">
              <a:rPr lang="en-US" smtClean="0"/>
              <a:t>9/20/2025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670219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1">
              <a:lumMod val="50000"/>
              <a:lumOff val="5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3"/>
            <a:ext cx="7589520" cy="594360"/>
          </a:xfrm>
        </p:spPr>
        <p:txBody>
          <a:bodyPr lIns="91440" tIns="0" rIns="91440" bIns="0">
            <a:normAutofit/>
          </a:bodyPr>
          <a:lstStyle>
            <a:lvl1pPr marL="0" indent="0">
              <a:spcBef>
                <a:spcPts val="0"/>
              </a:spcBef>
              <a:spcAft>
                <a:spcPts val="600"/>
              </a:spcAft>
              <a:buNone/>
              <a:defRPr sz="15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EDB61DBA-CBCB-4877-B516-2BE80635C5DC}" type="datetime1">
              <a:rPr lang="en-US" smtClean="0"/>
              <a:t>9/20/2025</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05237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91440" rIns="45720" bIns="9144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0DCA06-C5EA-423C-810E-61FE85137737}" type="datetime1">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258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91440" rIns="45720" bIns="9144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C7B39D-0BEC-40C1-B099-E34AC74BE437}" type="datetime1">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89433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7" name="Rectangle 6"/>
          <p:cNvSpPr/>
          <p:nvPr/>
        </p:nvSpPr>
        <p:spPr>
          <a:xfrm>
            <a:off x="12" y="6400800"/>
            <a:ext cx="9143989"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7F85DFED-A269-4FE0-A39C-C6351CD389C1}" type="datetime1">
              <a:rPr lang="en-US" smtClean="0"/>
              <a:t>9/20/2025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481875"/>
      </p:ext>
    </p:extLst>
  </p:cSld>
  <p:clrMap bg1="dk1" tx1="lt1" bg2="dk2" tx2="lt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3"/>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reuters.com/article/us-amazon-com-jobs-automation-insight-idUSKCN1MK08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midsection of a person holding a miniature house">
            <a:extLst>
              <a:ext uri="{FF2B5EF4-FFF2-40B4-BE49-F238E27FC236}">
                <a16:creationId xmlns:a16="http://schemas.microsoft.com/office/drawing/2014/main" id="{908A4011-4829-DF4B-E899-1A7E7E4DA7BA}"/>
              </a:ext>
            </a:extLst>
          </p:cNvPr>
          <p:cNvPicPr>
            <a:picLocks noChangeAspect="1"/>
          </p:cNvPicPr>
          <p:nvPr/>
        </p:nvPicPr>
        <p:blipFill>
          <a:blip r:embed="rId2"/>
          <a:srcRect l="33317" r="29512" b="-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p:cNvSpPr>
            <a:spLocks noGrp="1"/>
          </p:cNvSpPr>
          <p:nvPr>
            <p:ph type="ctrTitle"/>
          </p:nvPr>
        </p:nvSpPr>
        <p:spPr>
          <a:xfrm>
            <a:off x="4035422" y="1678665"/>
            <a:ext cx="2915879" cy="2372168"/>
          </a:xfrm>
        </p:spPr>
        <p:txBody>
          <a:bodyPr>
            <a:normAutofit/>
          </a:bodyPr>
          <a:lstStyle/>
          <a:p>
            <a:pPr>
              <a:lnSpc>
                <a:spcPct val="90000"/>
              </a:lnSpc>
            </a:pPr>
            <a:r>
              <a:rPr lang="en-GB" sz="3000"/>
              <a:t>Predicting House Prices Using Machine Learning</a:t>
            </a:r>
          </a:p>
        </p:txBody>
      </p:sp>
      <p:sp>
        <p:nvSpPr>
          <p:cNvPr id="3" name="Subtitle 2"/>
          <p:cNvSpPr>
            <a:spLocks noGrp="1"/>
          </p:cNvSpPr>
          <p:nvPr>
            <p:ph type="subTitle" idx="1"/>
          </p:nvPr>
        </p:nvSpPr>
        <p:spPr>
          <a:xfrm>
            <a:off x="4035422" y="4050833"/>
            <a:ext cx="2920080" cy="1096899"/>
          </a:xfrm>
        </p:spPr>
        <p:txBody>
          <a:bodyPr>
            <a:normAutofit fontScale="85000" lnSpcReduction="10000"/>
          </a:bodyPr>
          <a:lstStyle/>
          <a:p>
            <a:r>
              <a:rPr dirty="0"/>
              <a:t>Gradient Boosting Regressor with Hyperparameter Tuning</a:t>
            </a:r>
          </a:p>
        </p:txBody>
      </p:sp>
      <p:sp>
        <p:nvSpPr>
          <p:cNvPr id="4" name="Slide Number Placeholder 3">
            <a:extLst>
              <a:ext uri="{FF2B5EF4-FFF2-40B4-BE49-F238E27FC236}">
                <a16:creationId xmlns:a16="http://schemas.microsoft.com/office/drawing/2014/main" id="{1F622F51-EA4D-BBD5-439E-F136F03BE897}"/>
              </a:ext>
            </a:extLst>
          </p:cNvPr>
          <p:cNvSpPr>
            <a:spLocks noGrp="1"/>
          </p:cNvSpPr>
          <p:nvPr>
            <p:ph type="sldNum" sz="quarter" idx="12"/>
          </p:nvPr>
        </p:nvSpPr>
        <p:spPr/>
        <p:txBody>
          <a:bodyPr/>
          <a:lstStyle/>
          <a:p>
            <a:fld id="{C1FF6DA9-008F-8B48-92A6-B652298478BF}" type="slidenum">
              <a:rPr lang="en-US" smtClean="0"/>
              <a:t>1</a:t>
            </a:fld>
            <a:endParaRPr lang="en-US"/>
          </a:p>
        </p:txBody>
      </p:sp>
      <p:pic>
        <p:nvPicPr>
          <p:cNvPr id="7" name="Picture 6" descr="A close up of a logo&#10;&#10;AI-generated content may be incorrect.">
            <a:extLst>
              <a:ext uri="{FF2B5EF4-FFF2-40B4-BE49-F238E27FC236}">
                <a16:creationId xmlns:a16="http://schemas.microsoft.com/office/drawing/2014/main" id="{C05D85E9-D8EA-A472-D5E2-4869A3FD486E}"/>
              </a:ext>
            </a:extLst>
          </p:cNvPr>
          <p:cNvPicPr>
            <a:picLocks noChangeAspect="1"/>
          </p:cNvPicPr>
          <p:nvPr/>
        </p:nvPicPr>
        <p:blipFill>
          <a:blip r:embed="rId3"/>
          <a:stretch>
            <a:fillRect/>
          </a:stretch>
        </p:blipFill>
        <p:spPr>
          <a:xfrm>
            <a:off x="6678671" y="0"/>
            <a:ext cx="2465309" cy="10968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9671" y="304800"/>
            <a:ext cx="3066474" cy="1550989"/>
          </a:xfrm>
        </p:spPr>
        <p:txBody>
          <a:bodyPr>
            <a:normAutofit/>
          </a:bodyPr>
          <a:lstStyle/>
          <a:p>
            <a:r>
              <a:rPr dirty="0"/>
              <a:t>Project Overview</a:t>
            </a:r>
          </a:p>
        </p:txBody>
      </p:sp>
      <p:sp>
        <p:nvSpPr>
          <p:cNvPr id="3" name="Content Placeholder 2"/>
          <p:cNvSpPr>
            <a:spLocks noGrp="1"/>
          </p:cNvSpPr>
          <p:nvPr>
            <p:ph idx="1"/>
          </p:nvPr>
        </p:nvSpPr>
        <p:spPr>
          <a:xfrm>
            <a:off x="508000" y="2160589"/>
            <a:ext cx="2888342" cy="3880773"/>
          </a:xfrm>
        </p:spPr>
        <p:txBody>
          <a:bodyPr>
            <a:normAutofit/>
          </a:bodyPr>
          <a:lstStyle/>
          <a:p>
            <a:r>
              <a:rPr lang="en-US" sz="1700" dirty="0"/>
              <a:t>Goal: Build a machine learning model to estimate the price of residential houses based on the structured information.</a:t>
            </a:r>
          </a:p>
          <a:p>
            <a:r>
              <a:rPr lang="en-US" sz="1700" dirty="0"/>
              <a:t>Dataset: 10,000 </a:t>
            </a:r>
            <a:r>
              <a:rPr lang="en-US" sz="1700" dirty="0" err="1"/>
              <a:t>artificialsafe</a:t>
            </a:r>
            <a:r>
              <a:rPr lang="en-US" sz="1700" dirty="0"/>
              <a:t> UK property listings created with </a:t>
            </a:r>
            <a:r>
              <a:rPr lang="en-US" sz="1700" dirty="0" err="1"/>
              <a:t>NumPy</a:t>
            </a:r>
            <a:r>
              <a:rPr lang="en-US" sz="1700" dirty="0"/>
              <a:t> and pandas.</a:t>
            </a:r>
          </a:p>
          <a:p>
            <a:r>
              <a:rPr lang="en-US" sz="1700" dirty="0"/>
              <a:t>Tools and Libraries Python, </a:t>
            </a:r>
            <a:r>
              <a:rPr lang="en-US" sz="1700" dirty="0" err="1"/>
              <a:t>scikit</a:t>
            </a:r>
            <a:r>
              <a:rPr lang="en-US" sz="1700" dirty="0"/>
              <a:t>-learn, </a:t>
            </a:r>
            <a:r>
              <a:rPr lang="en-US" sz="1700" dirty="0" err="1"/>
              <a:t>Gradio</a:t>
            </a:r>
            <a:r>
              <a:rPr lang="en-US" sz="1700" dirty="0"/>
              <a:t>, pandas, </a:t>
            </a:r>
            <a:r>
              <a:rPr lang="en-US" sz="1700" dirty="0" err="1"/>
              <a:t>seaborn</a:t>
            </a:r>
            <a:endParaRPr lang="en-US" sz="1700" dirty="0"/>
          </a:p>
        </p:txBody>
      </p:sp>
      <p:pic>
        <p:nvPicPr>
          <p:cNvPr id="5" name="Picture 4">
            <a:extLst>
              <a:ext uri="{FF2B5EF4-FFF2-40B4-BE49-F238E27FC236}">
                <a16:creationId xmlns:a16="http://schemas.microsoft.com/office/drawing/2014/main" id="{EBBE23B7-C58C-23E6-B796-B5D93218C9AA}"/>
              </a:ext>
            </a:extLst>
          </p:cNvPr>
          <p:cNvPicPr>
            <a:picLocks noChangeAspect="1"/>
          </p:cNvPicPr>
          <p:nvPr/>
        </p:nvPicPr>
        <p:blipFill>
          <a:blip r:embed="rId2"/>
          <a:srcRect r="51266"/>
          <a:stretch>
            <a:fillRect/>
          </a:stretch>
        </p:blipFill>
        <p:spPr>
          <a:xfrm>
            <a:off x="3396342" y="0"/>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4" name="Slide Number Placeholder 3">
            <a:extLst>
              <a:ext uri="{FF2B5EF4-FFF2-40B4-BE49-F238E27FC236}">
                <a16:creationId xmlns:a16="http://schemas.microsoft.com/office/drawing/2014/main" id="{1F24620B-9A88-6A6E-47C2-C08ACD8A6417}"/>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595754"/>
            <a:ext cx="6447501" cy="1320800"/>
          </a:xfrm>
        </p:spPr>
        <p:txBody>
          <a:bodyPr anchor="ctr">
            <a:normAutofit/>
          </a:bodyPr>
          <a:lstStyle/>
          <a:p>
            <a:r>
              <a:rPr lang="en-GB" sz="3800" dirty="0">
                <a:solidFill>
                  <a:schemeClr val="tx1"/>
                </a:solidFill>
              </a:rPr>
              <a:t>Research Workflow</a:t>
            </a:r>
          </a:p>
        </p:txBody>
      </p:sp>
      <p:sp>
        <p:nvSpPr>
          <p:cNvPr id="3" name="Content Placeholder 2"/>
          <p:cNvSpPr>
            <a:spLocks noGrp="1"/>
          </p:cNvSpPr>
          <p:nvPr>
            <p:ph idx="1"/>
          </p:nvPr>
        </p:nvSpPr>
        <p:spPr>
          <a:xfrm>
            <a:off x="508000" y="1916555"/>
            <a:ext cx="8635999" cy="4511954"/>
          </a:xfrm>
        </p:spPr>
        <p:txBody>
          <a:bodyPr>
            <a:normAutofit fontScale="70000" lnSpcReduction="20000"/>
          </a:bodyPr>
          <a:lstStyle/>
          <a:p>
            <a:r>
              <a:rPr lang="en-US" sz="2500" b="1" dirty="0"/>
              <a:t>Define the Research Problem</a:t>
            </a:r>
            <a:endParaRPr lang="en-US" sz="2500" dirty="0"/>
          </a:p>
          <a:p>
            <a:pPr lvl="1"/>
            <a:r>
              <a:rPr lang="en-US" sz="2000" dirty="0"/>
              <a:t>Clearly state the research question or problem to be addressed. This sets the foundation for your entire study.</a:t>
            </a:r>
          </a:p>
          <a:p>
            <a:r>
              <a:rPr lang="en-US" sz="2500" b="1" dirty="0"/>
              <a:t>Review Literature</a:t>
            </a:r>
            <a:endParaRPr lang="en-US" sz="2500" dirty="0"/>
          </a:p>
          <a:p>
            <a:pPr lvl="1"/>
            <a:r>
              <a:rPr lang="en-US" sz="2000" dirty="0"/>
              <a:t>Conduct a thorough literature review to understand the existing research and identify gaps or areas where your study can contribute.</a:t>
            </a:r>
          </a:p>
          <a:p>
            <a:r>
              <a:rPr lang="en-US" sz="2500" b="1" dirty="0"/>
              <a:t>Data Collection</a:t>
            </a:r>
            <a:endParaRPr lang="en-US" sz="2500" dirty="0"/>
          </a:p>
          <a:p>
            <a:pPr lvl="1"/>
            <a:r>
              <a:rPr lang="en-US" sz="2000" dirty="0"/>
              <a:t>Gather the data necessary to address your research question. This could involve surveys, experiments, observations, or secondary data from existing sources.</a:t>
            </a:r>
          </a:p>
          <a:p>
            <a:r>
              <a:rPr lang="en-US" sz="2500" b="1" dirty="0"/>
              <a:t>Data Analysis</a:t>
            </a:r>
            <a:endParaRPr lang="en-US" sz="2500" dirty="0"/>
          </a:p>
          <a:p>
            <a:pPr lvl="1"/>
            <a:r>
              <a:rPr lang="en-US" sz="2000" dirty="0"/>
              <a:t>Analyze the collected data using appropriate statistical, qualitative, or computational methods to derive meaningful insights.</a:t>
            </a:r>
          </a:p>
          <a:p>
            <a:r>
              <a:rPr lang="en-US" sz="2500" b="1" dirty="0"/>
              <a:t>Interpret Results</a:t>
            </a:r>
            <a:endParaRPr lang="en-US" sz="2500" dirty="0"/>
          </a:p>
          <a:p>
            <a:pPr lvl="1"/>
            <a:r>
              <a:rPr lang="en-US" sz="2000" dirty="0"/>
              <a:t>Interpret the analysis in the context of your research question, drawing conclusions and identifying the implications of your findings.</a:t>
            </a:r>
          </a:p>
          <a:p>
            <a:r>
              <a:rPr lang="en-US" sz="2500" b="1" dirty="0"/>
              <a:t>Present Findings</a:t>
            </a:r>
            <a:endParaRPr lang="en-US" sz="2500" dirty="0"/>
          </a:p>
          <a:p>
            <a:pPr lvl="1"/>
            <a:r>
              <a:rPr lang="en-US" sz="2000" dirty="0"/>
              <a:t>Summarize your results in a clear and concise format, typically in a report, paper, or presentation, and share your findings with the relevant audience.</a:t>
            </a:r>
          </a:p>
          <a:p>
            <a:endParaRPr lang="en-US" dirty="0"/>
          </a:p>
        </p:txBody>
      </p:sp>
      <p:sp>
        <p:nvSpPr>
          <p:cNvPr id="4" name="Slide Number Placeholder 3">
            <a:extLst>
              <a:ext uri="{FF2B5EF4-FFF2-40B4-BE49-F238E27FC236}">
                <a16:creationId xmlns:a16="http://schemas.microsoft.com/office/drawing/2014/main" id="{FE4D3A47-F13B-F0BE-8F26-27EABA2D4BC9}"/>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4512E-2B19-D21F-5DC3-5B228AA8B894}"/>
              </a:ext>
            </a:extLst>
          </p:cNvPr>
          <p:cNvSpPr>
            <a:spLocks noGrp="1"/>
          </p:cNvSpPr>
          <p:nvPr>
            <p:ph type="title"/>
          </p:nvPr>
        </p:nvSpPr>
        <p:spPr>
          <a:xfrm>
            <a:off x="505315" y="643467"/>
            <a:ext cx="7585740" cy="1375608"/>
          </a:xfrm>
        </p:spPr>
        <p:txBody>
          <a:bodyPr anchor="ctr">
            <a:normAutofit/>
          </a:bodyPr>
          <a:lstStyle/>
          <a:p>
            <a:r>
              <a:rPr lang="en-GB" sz="3600" dirty="0">
                <a:solidFill>
                  <a:schemeClr val="tx1"/>
                </a:solidFill>
              </a:rPr>
              <a:t>          K-means vs KNN</a:t>
            </a:r>
          </a:p>
        </p:txBody>
      </p:sp>
      <p:sp>
        <p:nvSpPr>
          <p:cNvPr id="3" name="Content Placeholder 2">
            <a:extLst>
              <a:ext uri="{FF2B5EF4-FFF2-40B4-BE49-F238E27FC236}">
                <a16:creationId xmlns:a16="http://schemas.microsoft.com/office/drawing/2014/main" id="{4E4BA8FD-4AF9-7C84-7A4F-42CC848D37D5}"/>
              </a:ext>
            </a:extLst>
          </p:cNvPr>
          <p:cNvSpPr>
            <a:spLocks noGrp="1"/>
          </p:cNvSpPr>
          <p:nvPr>
            <p:ph idx="1"/>
          </p:nvPr>
        </p:nvSpPr>
        <p:spPr>
          <a:xfrm>
            <a:off x="505315" y="2160590"/>
            <a:ext cx="2980457" cy="3440110"/>
          </a:xfrm>
        </p:spPr>
        <p:txBody>
          <a:bodyPr>
            <a:normAutofit fontScale="92500"/>
          </a:bodyPr>
          <a:lstStyle/>
          <a:p>
            <a:pPr>
              <a:lnSpc>
                <a:spcPct val="90000"/>
              </a:lnSpc>
            </a:pPr>
            <a:r>
              <a:rPr lang="en-US" sz="1400" dirty="0">
                <a:solidFill>
                  <a:schemeClr val="tx1"/>
                </a:solidFill>
              </a:rPr>
              <a:t>K-means (Unsupervised): Discovers latent clusters.</a:t>
            </a:r>
          </a:p>
          <a:p>
            <a:pPr>
              <a:lnSpc>
                <a:spcPct val="90000"/>
              </a:lnSpc>
            </a:pPr>
            <a:r>
              <a:rPr lang="en-US" sz="1400" dirty="0">
                <a:solidFill>
                  <a:schemeClr val="tx1"/>
                </a:solidFill>
              </a:rPr>
              <a:t>KNN (Supervised): Nearest neighbor prediction.</a:t>
            </a:r>
          </a:p>
          <a:p>
            <a:pPr>
              <a:lnSpc>
                <a:spcPct val="90000"/>
              </a:lnSpc>
            </a:pPr>
            <a:endParaRPr lang="en-US" sz="1400" dirty="0">
              <a:solidFill>
                <a:schemeClr val="tx1"/>
              </a:solidFill>
            </a:endParaRPr>
          </a:p>
          <a:p>
            <a:pPr>
              <a:lnSpc>
                <a:spcPct val="90000"/>
              </a:lnSpc>
            </a:pPr>
            <a:r>
              <a:rPr lang="en-US" sz="1400" dirty="0">
                <a:solidFill>
                  <a:schemeClr val="tx1"/>
                </a:solidFill>
              </a:rPr>
              <a:t>Differences:</a:t>
            </a:r>
          </a:p>
          <a:p>
            <a:pPr>
              <a:lnSpc>
                <a:spcPct val="90000"/>
              </a:lnSpc>
            </a:pPr>
            <a:r>
              <a:rPr lang="en-US" sz="1400" dirty="0">
                <a:solidFill>
                  <a:schemeClr val="tx1"/>
                </a:solidFill>
              </a:rPr>
              <a:t>Pattern discovery vs prediction: This is the goal of prediction.&lt;|human|&gt;Pattern discovery vs prediction: This is what prediction is all about.</a:t>
            </a:r>
          </a:p>
          <a:p>
            <a:pPr>
              <a:lnSpc>
                <a:spcPct val="90000"/>
              </a:lnSpc>
            </a:pPr>
            <a:r>
              <a:rPr lang="en-US" sz="1400" dirty="0">
                <a:solidFill>
                  <a:schemeClr val="tx1"/>
                </a:solidFill>
              </a:rPr>
              <a:t>• training: Centroids vs. stores learns all.</a:t>
            </a:r>
          </a:p>
          <a:p>
            <a:pPr>
              <a:lnSpc>
                <a:spcPct val="90000"/>
              </a:lnSpc>
            </a:pPr>
            <a:r>
              <a:rPr lang="en-US" sz="1400" dirty="0">
                <a:solidFill>
                  <a:schemeClr val="tx1"/>
                </a:solidFill>
              </a:rPr>
              <a:t>• Output: Cluster vs class prediction.</a:t>
            </a:r>
          </a:p>
        </p:txBody>
      </p:sp>
      <p:pic>
        <p:nvPicPr>
          <p:cNvPr id="5" name="Picture 4" descr="Colorful math learning objects">
            <a:extLst>
              <a:ext uri="{FF2B5EF4-FFF2-40B4-BE49-F238E27FC236}">
                <a16:creationId xmlns:a16="http://schemas.microsoft.com/office/drawing/2014/main" id="{1AC3EB93-4DCC-3F36-1083-5AB253123433}"/>
              </a:ext>
            </a:extLst>
          </p:cNvPr>
          <p:cNvPicPr>
            <a:picLocks noChangeAspect="1"/>
          </p:cNvPicPr>
          <p:nvPr/>
        </p:nvPicPr>
        <p:blipFill>
          <a:blip r:embed="rId2"/>
          <a:srcRect l="18511" r="23657" b="-2"/>
          <a:stretch>
            <a:fillRect/>
          </a:stretch>
        </p:blipFill>
        <p:spPr>
          <a:xfrm>
            <a:off x="4572001" y="2160590"/>
            <a:ext cx="3022316" cy="3488442"/>
          </a:xfrm>
          <a:prstGeom prst="rect">
            <a:avLst/>
          </a:prstGeom>
        </p:spPr>
      </p:pic>
      <p:sp>
        <p:nvSpPr>
          <p:cNvPr id="4" name="Slide Number Placeholder 3">
            <a:extLst>
              <a:ext uri="{FF2B5EF4-FFF2-40B4-BE49-F238E27FC236}">
                <a16:creationId xmlns:a16="http://schemas.microsoft.com/office/drawing/2014/main" id="{689C1C8E-2702-5589-EA90-C2B332043438}"/>
              </a:ext>
            </a:extLst>
          </p:cNvPr>
          <p:cNvSpPr>
            <a:spLocks noGrp="1"/>
          </p:cNvSpPr>
          <p:nvPr>
            <p:ph type="sldNum" sz="quarter" idx="12"/>
          </p:nvPr>
        </p:nvSpPr>
        <p:spPr/>
        <p:txBody>
          <a:bodyPr/>
          <a:lstStyle/>
          <a:p>
            <a:fld id="{C1FF6DA9-008F-8B48-92A6-B652298478BF}" type="slidenum">
              <a:rPr lang="en-US" smtClean="0"/>
              <a:t>4</a:t>
            </a:fld>
            <a:endParaRPr lang="en-US"/>
          </a:p>
        </p:txBody>
      </p:sp>
    </p:spTree>
    <p:extLst>
      <p:ext uri="{BB962C8B-B14F-4D97-AF65-F5344CB8AC3E}">
        <p14:creationId xmlns:p14="http://schemas.microsoft.com/office/powerpoint/2010/main" val="3674227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8D475-DB8C-0953-DEC6-7E8F4CDFBE03}"/>
              </a:ext>
            </a:extLst>
          </p:cNvPr>
          <p:cNvSpPr>
            <a:spLocks noGrp="1"/>
          </p:cNvSpPr>
          <p:nvPr>
            <p:ph type="title"/>
          </p:nvPr>
        </p:nvSpPr>
        <p:spPr>
          <a:xfrm>
            <a:off x="965199" y="609600"/>
            <a:ext cx="7648121" cy="1099457"/>
          </a:xfrm>
        </p:spPr>
        <p:txBody>
          <a:bodyPr>
            <a:normAutofit/>
          </a:bodyPr>
          <a:lstStyle/>
          <a:p>
            <a:r>
              <a:rPr lang="en-GB" dirty="0"/>
              <a:t>Overfitting &amp; Loss Functions</a:t>
            </a:r>
          </a:p>
        </p:txBody>
      </p:sp>
      <p:sp>
        <p:nvSpPr>
          <p:cNvPr id="3" name="Content Placeholder 2"/>
          <p:cNvSpPr>
            <a:spLocks noGrp="1"/>
          </p:cNvSpPr>
          <p:nvPr>
            <p:ph idx="1"/>
          </p:nvPr>
        </p:nvSpPr>
        <p:spPr>
          <a:xfrm>
            <a:off x="469033" y="2113658"/>
            <a:ext cx="4075258" cy="3880773"/>
          </a:xfrm>
          <a:solidFill>
            <a:schemeClr val="accent1"/>
          </a:solidFill>
          <a:ln>
            <a:solidFill>
              <a:schemeClr val="accent1"/>
            </a:solidFill>
          </a:ln>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a:buClr>
                <a:schemeClr val="bg1"/>
              </a:buClr>
              <a:buFont typeface="Wingdings" panose="05000000000000000000" pitchFamily="2" charset="2"/>
              <a:buChar char="Ø"/>
            </a:pPr>
            <a:r>
              <a:rPr lang="en-US" dirty="0">
                <a:solidFill>
                  <a:schemeClr val="bg1"/>
                </a:solidFill>
              </a:rPr>
              <a:t>Overfitting:</a:t>
            </a:r>
          </a:p>
          <a:p>
            <a:pPr>
              <a:buClr>
                <a:schemeClr val="bg1"/>
              </a:buClr>
              <a:buFont typeface="Wingdings" panose="05000000000000000000" pitchFamily="2" charset="2"/>
              <a:buChar char="Ø"/>
            </a:pPr>
            <a:r>
              <a:rPr lang="en-US" dirty="0">
                <a:solidFill>
                  <a:schemeClr val="bg1"/>
                </a:solidFill>
              </a:rPr>
              <a:t>Definition: Occurs when a model learns the training data too well, including noise and outliers, leading to poor performance on new, unseen data.</a:t>
            </a:r>
          </a:p>
          <a:p>
            <a:pPr>
              <a:buClr>
                <a:schemeClr val="bg1"/>
              </a:buClr>
              <a:buFont typeface="Wingdings" panose="05000000000000000000" pitchFamily="2" charset="2"/>
              <a:buChar char="Ø"/>
            </a:pPr>
            <a:r>
              <a:rPr lang="en-US" dirty="0">
                <a:solidFill>
                  <a:schemeClr val="bg1"/>
                </a:solidFill>
              </a:rPr>
              <a:t>Symptoms: High accuracy on training data, but low accuracy on test/validation data.</a:t>
            </a:r>
          </a:p>
          <a:p>
            <a:pPr>
              <a:buClr>
                <a:schemeClr val="bg1"/>
              </a:buClr>
              <a:buFont typeface="Wingdings" panose="05000000000000000000" pitchFamily="2" charset="2"/>
              <a:buChar char="Ø"/>
            </a:pPr>
            <a:r>
              <a:rPr lang="en-US" dirty="0">
                <a:solidFill>
                  <a:schemeClr val="bg1"/>
                </a:solidFill>
              </a:rPr>
              <a:t>Causes:</a:t>
            </a:r>
          </a:p>
          <a:p>
            <a:pPr lvl="1">
              <a:buClr>
                <a:schemeClr val="bg1"/>
              </a:buClr>
              <a:buFont typeface="Wingdings" panose="05000000000000000000" pitchFamily="2" charset="2"/>
              <a:buChar char="Ø"/>
            </a:pPr>
            <a:r>
              <a:rPr lang="en-US" dirty="0">
                <a:solidFill>
                  <a:schemeClr val="bg1"/>
                </a:solidFill>
              </a:rPr>
              <a:t>Too complex models (many parameters).</a:t>
            </a:r>
          </a:p>
          <a:p>
            <a:pPr lvl="1">
              <a:buClr>
                <a:schemeClr val="bg1"/>
              </a:buClr>
              <a:buFont typeface="Wingdings" panose="05000000000000000000" pitchFamily="2" charset="2"/>
              <a:buChar char="Ø"/>
            </a:pPr>
            <a:r>
              <a:rPr lang="en-US" dirty="0">
                <a:solidFill>
                  <a:schemeClr val="bg1"/>
                </a:solidFill>
              </a:rPr>
              <a:t>Insufficient training data.</a:t>
            </a:r>
          </a:p>
          <a:p>
            <a:pPr lvl="1">
              <a:buClr>
                <a:schemeClr val="bg1"/>
              </a:buClr>
              <a:buFont typeface="Wingdings" panose="05000000000000000000" pitchFamily="2" charset="2"/>
              <a:buChar char="Ø"/>
            </a:pPr>
            <a:r>
              <a:rPr lang="en-US" dirty="0">
                <a:solidFill>
                  <a:schemeClr val="bg1"/>
                </a:solidFill>
              </a:rPr>
              <a:t>Long training periods without early stopping.</a:t>
            </a:r>
          </a:p>
          <a:p>
            <a:pPr>
              <a:buClr>
                <a:schemeClr val="bg1"/>
              </a:buClr>
              <a:buFont typeface="Wingdings" panose="05000000000000000000" pitchFamily="2" charset="2"/>
              <a:buChar char="Ø"/>
            </a:pPr>
            <a:r>
              <a:rPr lang="en-US" dirty="0">
                <a:solidFill>
                  <a:schemeClr val="bg1"/>
                </a:solidFill>
              </a:rPr>
              <a:t>Prevention:</a:t>
            </a:r>
          </a:p>
          <a:p>
            <a:pPr lvl="1">
              <a:buClr>
                <a:schemeClr val="bg1"/>
              </a:buClr>
              <a:buFont typeface="Wingdings" panose="05000000000000000000" pitchFamily="2" charset="2"/>
              <a:buChar char="Ø"/>
            </a:pPr>
            <a:r>
              <a:rPr lang="en-US" dirty="0">
                <a:solidFill>
                  <a:schemeClr val="bg1"/>
                </a:solidFill>
              </a:rPr>
              <a:t>Use cross-validation.</a:t>
            </a:r>
          </a:p>
          <a:p>
            <a:pPr lvl="1">
              <a:buClr>
                <a:schemeClr val="bg1"/>
              </a:buClr>
              <a:buFont typeface="Wingdings" panose="05000000000000000000" pitchFamily="2" charset="2"/>
              <a:buChar char="Ø"/>
            </a:pPr>
            <a:r>
              <a:rPr lang="en-US" dirty="0">
                <a:solidFill>
                  <a:schemeClr val="bg1"/>
                </a:solidFill>
              </a:rPr>
              <a:t>Apply regularization (L1/L2).</a:t>
            </a:r>
          </a:p>
          <a:p>
            <a:pPr lvl="1">
              <a:buClr>
                <a:schemeClr val="bg1"/>
              </a:buClr>
              <a:buFont typeface="Wingdings" panose="05000000000000000000" pitchFamily="2" charset="2"/>
              <a:buChar char="Ø"/>
            </a:pPr>
            <a:r>
              <a:rPr lang="en-US" dirty="0">
                <a:solidFill>
                  <a:schemeClr val="bg1"/>
                </a:solidFill>
              </a:rPr>
              <a:t>Use early stopping during training.</a:t>
            </a:r>
          </a:p>
          <a:p>
            <a:pPr lvl="1">
              <a:buClr>
                <a:schemeClr val="bg1"/>
              </a:buClr>
              <a:buFont typeface="Wingdings" panose="05000000000000000000" pitchFamily="2" charset="2"/>
              <a:buChar char="Ø"/>
            </a:pPr>
            <a:r>
              <a:rPr lang="en-US" dirty="0">
                <a:solidFill>
                  <a:schemeClr val="bg1"/>
                </a:solidFill>
              </a:rPr>
              <a:t>Increase training data or use data augmentation.</a:t>
            </a:r>
          </a:p>
          <a:p>
            <a:pPr lvl="0" defTabSz="914400" eaLnBrk="0" fontAlgn="base" hangingPunct="0">
              <a:spcBef>
                <a:spcPct val="0"/>
              </a:spcBef>
              <a:spcAft>
                <a:spcPct val="0"/>
              </a:spcAft>
              <a:buClrTx/>
              <a:buSzTx/>
              <a:buFont typeface="Wingdings" panose="05000000000000000000" pitchFamily="2" charset="2"/>
              <a:buChar char="Ø"/>
            </a:pPr>
            <a:endParaRPr lang="en-US" altLang="en-US" dirty="0">
              <a:solidFill>
                <a:schemeClr val="tx1"/>
              </a:solidFill>
              <a:latin typeface="Arial" panose="020B0604020202020204" pitchFamily="34" charset="0"/>
            </a:endParaRPr>
          </a:p>
        </p:txBody>
      </p:sp>
      <p:sp>
        <p:nvSpPr>
          <p:cNvPr id="17" name="Content Placeholder 2"/>
          <p:cNvSpPr txBox="1">
            <a:spLocks/>
          </p:cNvSpPr>
          <p:nvPr/>
        </p:nvSpPr>
        <p:spPr>
          <a:xfrm>
            <a:off x="4708524" y="2072813"/>
            <a:ext cx="3934692" cy="3880773"/>
          </a:xfrm>
          <a:prstGeom prst="rect">
            <a:avLst/>
          </a:prstGeom>
          <a:solidFill>
            <a:schemeClr val="accent2"/>
          </a:solidFill>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Loss Functions:</a:t>
            </a:r>
          </a:p>
          <a:p>
            <a:r>
              <a:rPr lang="en-US" b="1" dirty="0"/>
              <a:t>Definition</a:t>
            </a:r>
            <a:r>
              <a:rPr lang="en-US" dirty="0"/>
              <a:t>: A mathematical function that measures the error between predicted and actual values, guiding model optimization.</a:t>
            </a:r>
          </a:p>
          <a:p>
            <a:r>
              <a:rPr lang="en-US" b="1" dirty="0"/>
              <a:t>Common Loss Functions</a:t>
            </a:r>
            <a:r>
              <a:rPr lang="en-US" dirty="0"/>
              <a:t>:</a:t>
            </a:r>
          </a:p>
          <a:p>
            <a:pPr lvl="1"/>
            <a:r>
              <a:rPr lang="en-US" b="1" dirty="0"/>
              <a:t>Mean Squared Error (MSE)</a:t>
            </a:r>
            <a:r>
              <a:rPr lang="en-US" dirty="0"/>
              <a:t>: Measures average squared differences between predicted and actual values (more sensitive to outliers).</a:t>
            </a:r>
          </a:p>
          <a:p>
            <a:pPr lvl="1"/>
            <a:r>
              <a:rPr lang="en-US" b="1" dirty="0"/>
              <a:t>Mean Absolute Error (MAE)</a:t>
            </a:r>
            <a:r>
              <a:rPr lang="en-US" dirty="0"/>
              <a:t>: Measures average absolute differences (robust to outliers).</a:t>
            </a:r>
          </a:p>
          <a:p>
            <a:pPr lvl="1"/>
            <a:r>
              <a:rPr lang="en-US" b="1" dirty="0"/>
              <a:t>Huber Loss</a:t>
            </a:r>
            <a:r>
              <a:rPr lang="en-US" dirty="0"/>
              <a:t>: Combines MSE and MAE, less sensitive to outliers than MSE but more stable than MAE.</a:t>
            </a:r>
          </a:p>
          <a:p>
            <a:r>
              <a:rPr lang="en-US" b="1" dirty="0"/>
              <a:t>Purpose</a:t>
            </a:r>
            <a:r>
              <a:rPr lang="en-US" dirty="0"/>
              <a:t>: Minimize the loss function during training to improve model accuracy.</a:t>
            </a:r>
          </a:p>
        </p:txBody>
      </p:sp>
      <p:sp>
        <p:nvSpPr>
          <p:cNvPr id="4" name="Slide Number Placeholder 3">
            <a:extLst>
              <a:ext uri="{FF2B5EF4-FFF2-40B4-BE49-F238E27FC236}">
                <a16:creationId xmlns:a16="http://schemas.microsoft.com/office/drawing/2014/main" id="{F743D7D1-5D17-CD86-6D18-566A6845D843}"/>
              </a:ext>
            </a:extLst>
          </p:cNvPr>
          <p:cNvSpPr>
            <a:spLocks noGrp="1"/>
          </p:cNvSpPr>
          <p:nvPr>
            <p:ph type="sldNum" sz="quarter" idx="12"/>
          </p:nvPr>
        </p:nvSpPr>
        <p:spPr/>
        <p:txBody>
          <a:bodyPr/>
          <a:lstStyle/>
          <a:p>
            <a:fld id="{C1FF6DA9-008F-8B48-92A6-B652298478BF}" type="slidenum">
              <a:rPr lang="en-US" smtClean="0"/>
              <a:t>5</a:t>
            </a:fld>
            <a:endParaRPr lang="en-US"/>
          </a:p>
        </p:txBody>
      </p:sp>
    </p:spTree>
    <p:extLst>
      <p:ext uri="{BB962C8B-B14F-4D97-AF65-F5344CB8AC3E}">
        <p14:creationId xmlns:p14="http://schemas.microsoft.com/office/powerpoint/2010/main" val="1503367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04995" y="526474"/>
            <a:ext cx="7754021" cy="1177634"/>
          </a:xfrm>
        </p:spPr>
        <p:txBody>
          <a:bodyPr anchor="ctr">
            <a:normAutofit/>
          </a:bodyPr>
          <a:lstStyle/>
          <a:p>
            <a:r>
              <a:rPr lang="en-GB" sz="3800" dirty="0">
                <a:solidFill>
                  <a:schemeClr val="tx1"/>
                </a:solidFill>
              </a:rPr>
              <a:t>Key Results</a:t>
            </a:r>
          </a:p>
        </p:txBody>
      </p:sp>
      <p:graphicFrame>
        <p:nvGraphicFramePr>
          <p:cNvPr id="5" name="Content Placeholder 2">
            <a:extLst>
              <a:ext uri="{FF2B5EF4-FFF2-40B4-BE49-F238E27FC236}">
                <a16:creationId xmlns:a16="http://schemas.microsoft.com/office/drawing/2014/main" id="{68489883-193C-ABCB-16FC-D2F7CE2DD73E}"/>
              </a:ext>
            </a:extLst>
          </p:cNvPr>
          <p:cNvGraphicFramePr>
            <a:graphicFrameLocks noGrp="1"/>
          </p:cNvGraphicFramePr>
          <p:nvPr>
            <p:ph idx="1"/>
            <p:extLst>
              <p:ext uri="{D42A27DB-BD31-4B8C-83A1-F6EECF244321}">
                <p14:modId xmlns:p14="http://schemas.microsoft.com/office/powerpoint/2010/main" val="3108382016"/>
              </p:ext>
            </p:extLst>
          </p:nvPr>
        </p:nvGraphicFramePr>
        <p:xfrm>
          <a:off x="904995" y="2133600"/>
          <a:ext cx="7754022" cy="36341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D75D058E-DB75-EAD8-5A2D-D9C1D0C0F3C4}"/>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D4378-D398-5562-F603-7BFC204C5488}"/>
              </a:ext>
            </a:extLst>
          </p:cNvPr>
          <p:cNvSpPr>
            <a:spLocks noGrp="1"/>
          </p:cNvSpPr>
          <p:nvPr>
            <p:ph type="title"/>
          </p:nvPr>
        </p:nvSpPr>
        <p:spPr>
          <a:xfrm>
            <a:off x="420821" y="665018"/>
            <a:ext cx="8432234" cy="1330117"/>
          </a:xfrm>
        </p:spPr>
        <p:txBody>
          <a:bodyPr vert="horz" lIns="91440" tIns="45720" rIns="91440" bIns="45720" rtlCol="0" anchor="b">
            <a:normAutofit/>
          </a:bodyPr>
          <a:lstStyle/>
          <a:p>
            <a:pPr algn="ctr"/>
            <a:r>
              <a:rPr lang="en-US" sz="4200" dirty="0"/>
              <a:t>RMSE Comparison </a:t>
            </a:r>
            <a:r>
              <a:rPr lang="en-US" sz="4400" dirty="0">
                <a:solidFill>
                  <a:schemeClr val="tx1">
                    <a:lumMod val="50000"/>
                    <a:lumOff val="50000"/>
                  </a:schemeClr>
                </a:solidFill>
              </a:rPr>
              <a:t>R² Comparison</a:t>
            </a:r>
            <a:br>
              <a:rPr lang="en-US" sz="4400" dirty="0">
                <a:solidFill>
                  <a:schemeClr val="tx1">
                    <a:lumMod val="50000"/>
                    <a:lumOff val="50000"/>
                  </a:schemeClr>
                </a:solidFill>
              </a:rPr>
            </a:br>
            <a:endParaRPr lang="en-US" sz="4200" dirty="0"/>
          </a:p>
        </p:txBody>
      </p:sp>
      <p:pic>
        <p:nvPicPr>
          <p:cNvPr id="27" name="Picture 26" descr="A comparison of a bar graph&#10;&#10;AI-generated content may be incorrect."/>
          <p:cNvPicPr/>
          <p:nvPr/>
        </p:nvPicPr>
        <p:blipFill>
          <a:blip r:embed="rId2">
            <a:extLst>
              <a:ext uri="{28A0092B-C50C-407E-A947-70E740481C1C}">
                <a14:useLocalDpi xmlns:a14="http://schemas.microsoft.com/office/drawing/2010/main" val="0"/>
              </a:ext>
            </a:extLst>
          </a:blip>
          <a:srcRect/>
          <a:stretch>
            <a:fillRect/>
          </a:stretch>
        </p:blipFill>
        <p:spPr bwMode="auto">
          <a:xfrm>
            <a:off x="1258781" y="1995135"/>
            <a:ext cx="5943600" cy="2476500"/>
          </a:xfrm>
          <a:prstGeom prst="rect">
            <a:avLst/>
          </a:prstGeom>
          <a:noFill/>
          <a:ln>
            <a:noFill/>
          </a:ln>
        </p:spPr>
      </p:pic>
      <p:sp>
        <p:nvSpPr>
          <p:cNvPr id="3" name="Slide Number Placeholder 2">
            <a:extLst>
              <a:ext uri="{FF2B5EF4-FFF2-40B4-BE49-F238E27FC236}">
                <a16:creationId xmlns:a16="http://schemas.microsoft.com/office/drawing/2014/main" id="{C61D6238-476A-5BE1-EF4B-6482B5ED8408}"/>
              </a:ext>
            </a:extLst>
          </p:cNvPr>
          <p:cNvSpPr>
            <a:spLocks noGrp="1"/>
          </p:cNvSpPr>
          <p:nvPr>
            <p:ph type="sldNum" sz="quarter" idx="12"/>
          </p:nvPr>
        </p:nvSpPr>
        <p:spPr/>
        <p:txBody>
          <a:bodyPr/>
          <a:lstStyle/>
          <a:p>
            <a:fld id="{C1FF6DA9-008F-8B48-92A6-B652298478BF}" type="slidenum">
              <a:rPr lang="en-US" smtClean="0"/>
              <a:t>7</a:t>
            </a:fld>
            <a:endParaRPr lang="en-US"/>
          </a:p>
        </p:txBody>
      </p:sp>
    </p:spTree>
    <p:extLst>
      <p:ext uri="{BB962C8B-B14F-4D97-AF65-F5344CB8AC3E}">
        <p14:creationId xmlns:p14="http://schemas.microsoft.com/office/powerpoint/2010/main" val="835202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51C65-71E4-EE0D-46C3-A41C983B2AD1}"/>
              </a:ext>
            </a:extLst>
          </p:cNvPr>
          <p:cNvSpPr>
            <a:spLocks noGrp="1"/>
          </p:cNvSpPr>
          <p:nvPr>
            <p:ph type="title"/>
          </p:nvPr>
        </p:nvSpPr>
        <p:spPr>
          <a:xfrm>
            <a:off x="489360" y="1382486"/>
            <a:ext cx="2660686" cy="4093028"/>
          </a:xfrm>
        </p:spPr>
        <p:txBody>
          <a:bodyPr anchor="ctr">
            <a:normAutofit/>
          </a:bodyPr>
          <a:lstStyle/>
          <a:p>
            <a:r>
              <a:rPr lang="en-GB" sz="3800" dirty="0">
                <a:solidFill>
                  <a:schemeClr val="accent1">
                    <a:lumMod val="75000"/>
                  </a:schemeClr>
                </a:solidFill>
              </a:rPr>
              <a:t>Ridge Regression &amp; </a:t>
            </a:r>
            <a:r>
              <a:rPr lang="en-GB" sz="3800" dirty="0" err="1">
                <a:solidFill>
                  <a:schemeClr val="accent1">
                    <a:lumMod val="75000"/>
                  </a:schemeClr>
                </a:solidFill>
              </a:rPr>
              <a:t>XGBoost</a:t>
            </a:r>
            <a:endParaRPr lang="en-GB" sz="3800" dirty="0">
              <a:solidFill>
                <a:schemeClr val="accent1">
                  <a:lumMod val="75000"/>
                </a:schemeClr>
              </a:solidFill>
            </a:endParaRPr>
          </a:p>
        </p:txBody>
      </p:sp>
      <p:graphicFrame>
        <p:nvGraphicFramePr>
          <p:cNvPr id="5" name="Content Placeholder 2">
            <a:extLst>
              <a:ext uri="{FF2B5EF4-FFF2-40B4-BE49-F238E27FC236}">
                <a16:creationId xmlns:a16="http://schemas.microsoft.com/office/drawing/2014/main" id="{8DC4015D-53AD-C82A-8479-9236346E1EF1}"/>
              </a:ext>
            </a:extLst>
          </p:cNvPr>
          <p:cNvGraphicFramePr>
            <a:graphicFrameLocks noGrp="1"/>
          </p:cNvGraphicFramePr>
          <p:nvPr>
            <p:ph idx="1"/>
            <p:extLst>
              <p:ext uri="{D42A27DB-BD31-4B8C-83A1-F6EECF244321}">
                <p14:modId xmlns:p14="http://schemas.microsoft.com/office/powerpoint/2010/main" val="2469470519"/>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B99CC7CB-2D97-3388-6A6A-4946C571F836}"/>
              </a:ext>
            </a:extLst>
          </p:cNvPr>
          <p:cNvSpPr>
            <a:spLocks noGrp="1"/>
          </p:cNvSpPr>
          <p:nvPr>
            <p:ph type="sldNum" sz="quarter" idx="12"/>
          </p:nvPr>
        </p:nvSpPr>
        <p:spPr/>
        <p:txBody>
          <a:bodyPr/>
          <a:lstStyle/>
          <a:p>
            <a:fld id="{C1FF6DA9-008F-8B48-92A6-B652298478BF}" type="slidenum">
              <a:rPr lang="en-US" smtClean="0"/>
              <a:t>8</a:t>
            </a:fld>
            <a:endParaRPr lang="en-US"/>
          </a:p>
        </p:txBody>
      </p:sp>
    </p:spTree>
    <p:extLst>
      <p:ext uri="{BB962C8B-B14F-4D97-AF65-F5344CB8AC3E}">
        <p14:creationId xmlns:p14="http://schemas.microsoft.com/office/powerpoint/2010/main" val="393563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a:bodyPr>
          <a:lstStyle/>
          <a:p>
            <a:r>
              <a:rPr dirty="0"/>
              <a:t>Challenges Faced</a:t>
            </a:r>
          </a:p>
        </p:txBody>
      </p:sp>
      <p:graphicFrame>
        <p:nvGraphicFramePr>
          <p:cNvPr id="5" name="Content Placeholder 2">
            <a:extLst>
              <a:ext uri="{FF2B5EF4-FFF2-40B4-BE49-F238E27FC236}">
                <a16:creationId xmlns:a16="http://schemas.microsoft.com/office/drawing/2014/main" id="{AF1A9179-027A-28B7-9C60-8BF7007CB5A6}"/>
              </a:ext>
            </a:extLst>
          </p:cNvPr>
          <p:cNvGraphicFramePr>
            <a:graphicFrameLocks noGrp="1"/>
          </p:cNvGraphicFramePr>
          <p:nvPr>
            <p:ph idx="1"/>
            <p:extLst>
              <p:ext uri="{D42A27DB-BD31-4B8C-83A1-F6EECF244321}">
                <p14:modId xmlns:p14="http://schemas.microsoft.com/office/powerpoint/2010/main" val="1771704202"/>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A7DFDD3D-C63A-1F22-F24D-A87507A5258A}"/>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a:bodyPr>
          <a:lstStyle/>
          <a:p>
            <a:r>
              <a:rPr dirty="0"/>
              <a:t>Lessons Learned</a:t>
            </a:r>
          </a:p>
        </p:txBody>
      </p:sp>
      <p:graphicFrame>
        <p:nvGraphicFramePr>
          <p:cNvPr id="5" name="Content Placeholder 2">
            <a:extLst>
              <a:ext uri="{FF2B5EF4-FFF2-40B4-BE49-F238E27FC236}">
                <a16:creationId xmlns:a16="http://schemas.microsoft.com/office/drawing/2014/main" id="{1DF98A48-A637-59FC-CCC6-BC1A4F5B8067}"/>
              </a:ext>
            </a:extLst>
          </p:cNvPr>
          <p:cNvGraphicFramePr>
            <a:graphicFrameLocks noGrp="1"/>
          </p:cNvGraphicFramePr>
          <p:nvPr>
            <p:ph idx="1"/>
            <p:extLst>
              <p:ext uri="{D42A27DB-BD31-4B8C-83A1-F6EECF244321}">
                <p14:modId xmlns:p14="http://schemas.microsoft.com/office/powerpoint/2010/main" val="4094490995"/>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71C5E03D-6205-B138-B830-17526E94D323}"/>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a:bodyPr>
          <a:lstStyle/>
          <a:p>
            <a:r>
              <a:t>Conclusion</a:t>
            </a:r>
          </a:p>
        </p:txBody>
      </p:sp>
      <p:sp>
        <p:nvSpPr>
          <p:cNvPr id="3" name="Content Placeholder 2"/>
          <p:cNvSpPr>
            <a:spLocks noGrp="1"/>
          </p:cNvSpPr>
          <p:nvPr>
            <p:ph idx="1"/>
          </p:nvPr>
        </p:nvSpPr>
        <p:spPr/>
        <p:txBody>
          <a:bodyPr>
            <a:normAutofit/>
          </a:bodyPr>
          <a:lstStyle/>
          <a:p>
            <a:pPr algn="just"/>
            <a:r>
              <a:rPr lang="en-US" dirty="0"/>
              <a:t>this project highlighted the importance of selecting appropriate machine learning models and techniques for predicting house prices based on structured data. The analysis demonstrated that Linear Regression, despite its simplicity, provided a stable and generalizable solution, outperforming more complex models like Random Forest and </a:t>
            </a:r>
            <a:r>
              <a:rPr lang="en-US" dirty="0" err="1"/>
              <a:t>XGBoost</a:t>
            </a:r>
            <a:r>
              <a:rPr lang="en-US" dirty="0"/>
              <a:t> in terms of overall reliability and ease of interpretation. The challenges faced, including issues with overfitting, data imbalance, and the time-consuming nature of </a:t>
            </a:r>
            <a:r>
              <a:rPr lang="en-US" dirty="0" err="1"/>
              <a:t>hyperparameter</a:t>
            </a:r>
            <a:r>
              <a:rPr lang="en-US" dirty="0"/>
              <a:t> tuning, emphasized the need for careful model selection, feature engineering, and regularization to ensure accurate and efficient predictions. Additionally, the project reinforced the significance of data preprocessing, including handling missing values and encoding categorical features, as well as the value of using multiple evaluation metrics to assess model performance comprehensively.</a:t>
            </a:r>
          </a:p>
        </p:txBody>
      </p:sp>
      <p:sp>
        <p:nvSpPr>
          <p:cNvPr id="4" name="Slide Number Placeholder 3">
            <a:extLst>
              <a:ext uri="{FF2B5EF4-FFF2-40B4-BE49-F238E27FC236}">
                <a16:creationId xmlns:a16="http://schemas.microsoft.com/office/drawing/2014/main" id="{41D66704-31C3-440B-E65E-B1BB8B259813}"/>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a:t>
            </a:r>
          </a:p>
        </p:txBody>
      </p:sp>
      <p:sp>
        <p:nvSpPr>
          <p:cNvPr id="3" name="Content Placeholder 2"/>
          <p:cNvSpPr>
            <a:spLocks noGrp="1"/>
          </p:cNvSpPr>
          <p:nvPr>
            <p:ph idx="1"/>
          </p:nvPr>
        </p:nvSpPr>
        <p:spPr/>
        <p:txBody>
          <a:bodyPr>
            <a:normAutofit fontScale="77500" lnSpcReduction="20000"/>
          </a:bodyPr>
          <a:lstStyle/>
          <a:p>
            <a:r>
              <a:rPr lang="en-US" dirty="0"/>
              <a:t>Adamson, A.S. and Smith, A., 2018. Machine learning and health care disparities in dermatology. </a:t>
            </a:r>
            <a:r>
              <a:rPr lang="en-US" i="1" dirty="0"/>
              <a:t>JAMA dermatology</a:t>
            </a:r>
            <a:r>
              <a:rPr lang="en-US" dirty="0"/>
              <a:t>, </a:t>
            </a:r>
            <a:r>
              <a:rPr lang="en-US" i="1" dirty="0"/>
              <a:t>154</a:t>
            </a:r>
            <a:r>
              <a:rPr lang="en-US" dirty="0"/>
              <a:t>(11), pp.1247-1248.</a:t>
            </a:r>
          </a:p>
          <a:p>
            <a:r>
              <a:rPr lang="en-US" dirty="0"/>
              <a:t>Ahmed, N., Michelin, R.A., </a:t>
            </a:r>
            <a:r>
              <a:rPr lang="en-US" dirty="0" err="1"/>
              <a:t>Xue</a:t>
            </a:r>
            <a:r>
              <a:rPr lang="en-US" dirty="0"/>
              <a:t>, W., </a:t>
            </a:r>
            <a:r>
              <a:rPr lang="en-US" dirty="0" err="1"/>
              <a:t>Ruj</a:t>
            </a:r>
            <a:r>
              <a:rPr lang="en-US" dirty="0"/>
              <a:t>, S., </a:t>
            </a:r>
            <a:r>
              <a:rPr lang="en-US" dirty="0" err="1"/>
              <a:t>Malaney</a:t>
            </a:r>
            <a:r>
              <a:rPr lang="en-US" dirty="0"/>
              <a:t>, R., </a:t>
            </a:r>
            <a:r>
              <a:rPr lang="en-US" dirty="0" err="1"/>
              <a:t>Kanhere</a:t>
            </a:r>
            <a:r>
              <a:rPr lang="en-US" dirty="0"/>
              <a:t>, S.S., </a:t>
            </a:r>
            <a:r>
              <a:rPr lang="en-US" dirty="0" err="1"/>
              <a:t>Seneviratne</a:t>
            </a:r>
            <a:r>
              <a:rPr lang="en-US" dirty="0"/>
              <a:t>, A., Hu, W., </a:t>
            </a:r>
            <a:r>
              <a:rPr lang="en-US" dirty="0" err="1"/>
              <a:t>Janicke</a:t>
            </a:r>
            <a:r>
              <a:rPr lang="en-US" dirty="0"/>
              <a:t>, H. and </a:t>
            </a:r>
            <a:r>
              <a:rPr lang="en-US" dirty="0" err="1"/>
              <a:t>Jha</a:t>
            </a:r>
            <a:r>
              <a:rPr lang="en-US" dirty="0"/>
              <a:t>, S.K., 2020. A survey of COVID-19 contact tracing apps. </a:t>
            </a:r>
            <a:r>
              <a:rPr lang="en-US" i="1" dirty="0"/>
              <a:t>IEEE access</a:t>
            </a:r>
            <a:r>
              <a:rPr lang="en-US" dirty="0"/>
              <a:t>, </a:t>
            </a:r>
            <a:r>
              <a:rPr lang="en-US" i="1" dirty="0"/>
              <a:t>8</a:t>
            </a:r>
            <a:r>
              <a:rPr lang="en-US" dirty="0"/>
              <a:t>, pp.134577-134601.</a:t>
            </a:r>
          </a:p>
          <a:p>
            <a:r>
              <a:rPr lang="en-US" dirty="0" err="1"/>
              <a:t>Arulkumaran</a:t>
            </a:r>
            <a:r>
              <a:rPr lang="en-US" dirty="0"/>
              <a:t>, K., </a:t>
            </a:r>
            <a:r>
              <a:rPr lang="en-US" dirty="0" err="1"/>
              <a:t>Deisenroth</a:t>
            </a:r>
            <a:r>
              <a:rPr lang="en-US" dirty="0"/>
              <a:t>, M.P., </a:t>
            </a:r>
            <a:r>
              <a:rPr lang="en-US" dirty="0" err="1"/>
              <a:t>Brundage</a:t>
            </a:r>
            <a:r>
              <a:rPr lang="en-US" dirty="0"/>
              <a:t>, M. and </a:t>
            </a:r>
            <a:r>
              <a:rPr lang="en-US" dirty="0" err="1"/>
              <a:t>Bharath</a:t>
            </a:r>
            <a:r>
              <a:rPr lang="en-US" dirty="0"/>
              <a:t>, A.A., 2017. Deep reinforcement learning: A brief survey. </a:t>
            </a:r>
            <a:r>
              <a:rPr lang="en-US" i="1" dirty="0"/>
              <a:t>IEEE signal processing magazine</a:t>
            </a:r>
            <a:r>
              <a:rPr lang="en-US" dirty="0"/>
              <a:t>, </a:t>
            </a:r>
            <a:r>
              <a:rPr lang="en-US" i="1" dirty="0"/>
              <a:t>34</a:t>
            </a:r>
            <a:r>
              <a:rPr lang="en-US" dirty="0"/>
              <a:t>(6), pp.26-38.</a:t>
            </a:r>
          </a:p>
          <a:p>
            <a:r>
              <a:rPr lang="en-US" dirty="0"/>
              <a:t>Chen, W., Yeo, C.K., Lau, C.T. and Lee, B.S., 2018. Leveraging social media news to predict stock index movement using RNN-boost. </a:t>
            </a:r>
            <a:r>
              <a:rPr lang="en-US" i="1" dirty="0"/>
              <a:t>Data &amp; Knowledge Engineering</a:t>
            </a:r>
            <a:r>
              <a:rPr lang="en-US" dirty="0"/>
              <a:t>, </a:t>
            </a:r>
            <a:r>
              <a:rPr lang="en-US" i="1" dirty="0"/>
              <a:t>118</a:t>
            </a:r>
            <a:r>
              <a:rPr lang="en-US" dirty="0"/>
              <a:t>, pp.14-24.</a:t>
            </a:r>
          </a:p>
          <a:p>
            <a:r>
              <a:rPr lang="en-US" dirty="0" err="1"/>
              <a:t>Dastin</a:t>
            </a:r>
            <a:r>
              <a:rPr lang="en-US" dirty="0"/>
              <a:t>, J. (2018). Amazon scraps secret AI recruiting tool that showed bias against women. </a:t>
            </a:r>
            <a:r>
              <a:rPr lang="en-US" i="1" dirty="0"/>
              <a:t>Reuters</a:t>
            </a:r>
            <a:r>
              <a:rPr lang="en-US" dirty="0"/>
              <a:t>. Retrieved from </a:t>
            </a:r>
            <a:r>
              <a:rPr lang="en-US" u="sng" dirty="0">
                <a:hlinkClick r:id="rId2"/>
              </a:rPr>
              <a:t>https://www.reuters.com/article/us-amazon-com-jobs-automation-insight-idUSKCN1MK08G</a:t>
            </a:r>
            <a:endParaRPr lang="en-US" dirty="0"/>
          </a:p>
          <a:p>
            <a:r>
              <a:rPr lang="en-US" dirty="0" err="1"/>
              <a:t>Gorwa</a:t>
            </a:r>
            <a:r>
              <a:rPr lang="en-US" dirty="0"/>
              <a:t>, R., </a:t>
            </a:r>
            <a:r>
              <a:rPr lang="en-US" dirty="0" err="1"/>
              <a:t>Binns</a:t>
            </a:r>
            <a:r>
              <a:rPr lang="en-US" dirty="0"/>
              <a:t>, R. and </a:t>
            </a:r>
            <a:r>
              <a:rPr lang="en-US" dirty="0" err="1"/>
              <a:t>Katzenbach</a:t>
            </a:r>
            <a:r>
              <a:rPr lang="en-US" dirty="0"/>
              <a:t>, C., 2020. Algorithmic content moderation: Technical and political challenges in the automation of platform governance. </a:t>
            </a:r>
            <a:r>
              <a:rPr lang="en-US" i="1" dirty="0"/>
              <a:t>Big Data &amp; Society</a:t>
            </a:r>
            <a:r>
              <a:rPr lang="en-US" dirty="0"/>
              <a:t>, </a:t>
            </a:r>
            <a:r>
              <a:rPr lang="en-US" i="1" dirty="0"/>
              <a:t>7</a:t>
            </a:r>
            <a:r>
              <a:rPr lang="en-US" dirty="0"/>
              <a:t>(1), p.2053951719897945.</a:t>
            </a:r>
          </a:p>
          <a:p>
            <a:endParaRPr lang="en-US" dirty="0"/>
          </a:p>
        </p:txBody>
      </p:sp>
      <p:sp>
        <p:nvSpPr>
          <p:cNvPr id="4" name="Slide Number Placeholder 3">
            <a:extLst>
              <a:ext uri="{FF2B5EF4-FFF2-40B4-BE49-F238E27FC236}">
                <a16:creationId xmlns:a16="http://schemas.microsoft.com/office/drawing/2014/main" id="{24A39523-731C-5582-8A3B-8CCB4546992E}"/>
              </a:ext>
            </a:extLst>
          </p:cNvPr>
          <p:cNvSpPr>
            <a:spLocks noGrp="1"/>
          </p:cNvSpPr>
          <p:nvPr>
            <p:ph type="sldNum" sz="quarter" idx="12"/>
          </p:nvPr>
        </p:nvSpPr>
        <p:spPr/>
        <p:txBody>
          <a:bodyPr/>
          <a:lstStyle/>
          <a:p>
            <a:fld id="{C1FF6DA9-008F-8B48-92A6-B652298478BF}" type="slidenum">
              <a:rPr lang="en-US" smtClean="0"/>
              <a:t>12</a:t>
            </a:fld>
            <a:endParaRPr lang="en-US"/>
          </a:p>
        </p:txBody>
      </p:sp>
    </p:spTree>
    <p:extLst>
      <p:ext uri="{BB962C8B-B14F-4D97-AF65-F5344CB8AC3E}">
        <p14:creationId xmlns:p14="http://schemas.microsoft.com/office/powerpoint/2010/main" val="1155631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Any Questions?</a:t>
            </a:r>
          </a:p>
        </p:txBody>
      </p:sp>
      <p:sp>
        <p:nvSpPr>
          <p:cNvPr id="4" name="Slide Number Placeholder 3">
            <a:extLst>
              <a:ext uri="{FF2B5EF4-FFF2-40B4-BE49-F238E27FC236}">
                <a16:creationId xmlns:a16="http://schemas.microsoft.com/office/drawing/2014/main" id="{6726D07B-ADB6-8117-E8BF-063509A72FF1}"/>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E3DA18C2-75F1-4980-A5F0-165F6F71DE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1424</TotalTime>
  <Words>1107</Words>
  <Application>Microsoft Office PowerPoint</Application>
  <PresentationFormat>On-screen Show (4:3)</PresentationFormat>
  <Paragraphs>99</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Calibri Light</vt:lpstr>
      <vt:lpstr>Wingdings</vt:lpstr>
      <vt:lpstr>Retrospect</vt:lpstr>
      <vt:lpstr>Predicting House Prices Using Machine Learning</vt:lpstr>
      <vt:lpstr>Project Overview</vt:lpstr>
      <vt:lpstr>Research Workflow</vt:lpstr>
      <vt:lpstr>          K-means vs KNN</vt:lpstr>
      <vt:lpstr>Overfitting &amp; Loss Functions</vt:lpstr>
      <vt:lpstr>Key Results</vt:lpstr>
      <vt:lpstr>RMSE Comparison R² Comparison </vt:lpstr>
      <vt:lpstr>Ridge Regression &amp; XGBoost</vt:lpstr>
      <vt:lpstr>Challenges Faced</vt:lpstr>
      <vt:lpstr>Lessons Learned</vt:lpstr>
      <vt:lpstr>Conclusion</vt:lpstr>
      <vt:lpstr>References </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House Prices Using Machine Learning</dc:title>
  <dc:subject/>
  <dc:creator>Aqib Mahmood</dc:creator>
  <cp:keywords/>
  <dc:description>generated using python-pptx</dc:description>
  <cp:lastModifiedBy>Harpreet Singh HE23548</cp:lastModifiedBy>
  <cp:revision>10</cp:revision>
  <dcterms:created xsi:type="dcterms:W3CDTF">2013-01-27T09:14:16Z</dcterms:created>
  <dcterms:modified xsi:type="dcterms:W3CDTF">2025-09-19T23:13:44Z</dcterms:modified>
  <cp:category/>
</cp:coreProperties>
</file>